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41" r:id="rId1"/>
  </p:sldMasterIdLst>
  <p:notesMasterIdLst>
    <p:notesMasterId r:id="rId29"/>
  </p:notesMasterIdLst>
  <p:sldIdLst>
    <p:sldId id="256" r:id="rId2"/>
    <p:sldId id="444" r:id="rId3"/>
    <p:sldId id="417" r:id="rId4"/>
    <p:sldId id="418" r:id="rId5"/>
    <p:sldId id="419" r:id="rId6"/>
    <p:sldId id="420" r:id="rId7"/>
    <p:sldId id="421" r:id="rId8"/>
    <p:sldId id="422" r:id="rId9"/>
    <p:sldId id="425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45" r:id="rId20"/>
    <p:sldId id="436" r:id="rId21"/>
    <p:sldId id="437" r:id="rId22"/>
    <p:sldId id="439" r:id="rId23"/>
    <p:sldId id="440" r:id="rId24"/>
    <p:sldId id="441" r:id="rId25"/>
    <p:sldId id="442" r:id="rId26"/>
    <p:sldId id="443" r:id="rId27"/>
    <p:sldId id="415" r:id="rId28"/>
  </p:sldIdLst>
  <p:sldSz cx="9144000" cy="6858000" type="screen4x3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b="1" kern="1200">
        <a:solidFill>
          <a:srgbClr val="292929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C2DAF0"/>
    <a:srgbClr val="0000FF"/>
    <a:srgbClr val="69A4D9"/>
    <a:srgbClr val="333399"/>
    <a:srgbClr val="FF00FF"/>
    <a:srgbClr val="1A1A68"/>
    <a:srgbClr val="3333CC"/>
    <a:srgbClr val="434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30934-BAB8-45A9-9619-8763ACFAA96A}" v="93" dt="2026-09-23T00:18:04.84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86" autoAdjust="0"/>
    <p:restoredTop sz="96488" autoAdjust="0"/>
  </p:normalViewPr>
  <p:slideViewPr>
    <p:cSldViewPr snapToObjects="1">
      <p:cViewPr varScale="1">
        <p:scale>
          <a:sx n="110" d="100"/>
          <a:sy n="110" d="100"/>
        </p:scale>
        <p:origin x="222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82" d="100"/>
          <a:sy n="82" d="100"/>
        </p:scale>
        <p:origin x="-3132" y="-84"/>
      </p:cViewPr>
      <p:guideLst>
        <p:guide orient="horz" pos="3108"/>
        <p:guide pos="212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일 김" userId="88e9783c86308f14" providerId="LiveId" clId="{636DB5EA-8334-4946-AD00-9011579AD058}"/>
    <pc:docChg chg="undo custSel delSld modSld">
      <pc:chgData name="영일 김" userId="88e9783c86308f14" providerId="LiveId" clId="{636DB5EA-8334-4946-AD00-9011579AD058}" dt="2026-09-23T00:20:30.921" v="460" actId="47"/>
      <pc:docMkLst>
        <pc:docMk/>
      </pc:docMkLst>
      <pc:sldChg chg="modSp mod">
        <pc:chgData name="영일 김" userId="88e9783c86308f14" providerId="LiveId" clId="{636DB5EA-8334-4946-AD00-9011579AD058}" dt="2026-09-22T08:48:30.536" v="401" actId="20577"/>
        <pc:sldMkLst>
          <pc:docMk/>
          <pc:sldMk cId="2464854100" sldId="417"/>
        </pc:sldMkLst>
        <pc:spChg chg="mod">
          <ac:chgData name="영일 김" userId="88e9783c86308f14" providerId="LiveId" clId="{636DB5EA-8334-4946-AD00-9011579AD058}" dt="2026-09-22T08:48:30.536" v="401" actId="20577"/>
          <ac:spMkLst>
            <pc:docMk/>
            <pc:sldMk cId="2464854100" sldId="417"/>
            <ac:spMk id="15396" creationId="{00000000-0000-0000-0000-000000000000}"/>
          </ac:spMkLst>
        </pc:spChg>
      </pc:sldChg>
      <pc:sldChg chg="modSp mod">
        <pc:chgData name="영일 김" userId="88e9783c86308f14" providerId="LiveId" clId="{636DB5EA-8334-4946-AD00-9011579AD058}" dt="2026-09-22T00:48:10.384" v="241" actId="1076"/>
        <pc:sldMkLst>
          <pc:docMk/>
          <pc:sldMk cId="1623134018" sldId="418"/>
        </pc:sldMkLst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2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3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10.384" v="241" actId="1076"/>
          <ac:spMkLst>
            <pc:docMk/>
            <pc:sldMk cId="1623134018" sldId="418"/>
            <ac:spMk id="33" creationId="{00000000-0000-0000-0000-000000000000}"/>
          </ac:spMkLst>
        </pc:spChg>
        <pc:picChg chg="mod">
          <ac:chgData name="영일 김" userId="88e9783c86308f14" providerId="LiveId" clId="{636DB5EA-8334-4946-AD00-9011579AD058}" dt="2026-09-22T00:48:10.384" v="241" actId="1076"/>
          <ac:picMkLst>
            <pc:docMk/>
            <pc:sldMk cId="1623134018" sldId="418"/>
            <ac:picMk id="2" creationId="{00000000-0000-0000-0000-000000000000}"/>
          </ac:picMkLst>
        </pc:picChg>
        <pc:picChg chg="mod">
          <ac:chgData name="영일 김" userId="88e9783c86308f14" providerId="LiveId" clId="{636DB5EA-8334-4946-AD00-9011579AD058}" dt="2026-09-22T00:48:10.384" v="241" actId="1076"/>
          <ac:picMkLst>
            <pc:docMk/>
            <pc:sldMk cId="1623134018" sldId="418"/>
            <ac:picMk id="74754" creationId="{00000000-0000-0000-0000-000000000000}"/>
          </ac:picMkLst>
        </pc:picChg>
      </pc:sldChg>
      <pc:sldChg chg="modSp">
        <pc:chgData name="영일 김" userId="88e9783c86308f14" providerId="LiveId" clId="{636DB5EA-8334-4946-AD00-9011579AD058}" dt="2026-09-22T00:48:24.483" v="242" actId="1076"/>
        <pc:sldMkLst>
          <pc:docMk/>
          <pc:sldMk cId="2745142305" sldId="419"/>
        </pc:sldMkLst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24.483" v="242" actId="1076"/>
          <ac:spMkLst>
            <pc:docMk/>
            <pc:sldMk cId="2745142305" sldId="419"/>
            <ac:spMk id="21" creationId="{00000000-0000-0000-0000-000000000000}"/>
          </ac:spMkLst>
        </pc:spChg>
        <pc:picChg chg="mod">
          <ac:chgData name="영일 김" userId="88e9783c86308f14" providerId="LiveId" clId="{636DB5EA-8334-4946-AD00-9011579AD058}" dt="2026-09-22T00:48:24.483" v="242" actId="1076"/>
          <ac:picMkLst>
            <pc:docMk/>
            <pc:sldMk cId="2745142305" sldId="419"/>
            <ac:picMk id="5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8:47:03.932" v="394" actId="20577"/>
        <pc:sldMkLst>
          <pc:docMk/>
          <pc:sldMk cId="4243353749" sldId="420"/>
        </pc:sldMkLst>
        <pc:spChg chg="mod">
          <ac:chgData name="영일 김" userId="88e9783c86308f14" providerId="LiveId" clId="{636DB5EA-8334-4946-AD00-9011579AD058}" dt="2026-09-22T08:46:55.864" v="392" actId="2711"/>
          <ac:spMkLst>
            <pc:docMk/>
            <pc:sldMk cId="4243353749" sldId="420"/>
            <ac:spMk id="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8" creationId="{81C26ED6-60CA-AD3A-3F98-2C4500D6EFA4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11" creationId="{F579A06E-6877-8A23-C88D-0C3108432AA8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8:47:03.932" v="394" actId="20577"/>
          <ac:spMkLst>
            <pc:docMk/>
            <pc:sldMk cId="4243353749" sldId="420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39" creationId="{5F36A61D-AEC3-9382-ADA3-3ED322553547}"/>
          </ac:spMkLst>
        </pc:spChg>
        <pc:spChg chg="mod">
          <ac:chgData name="영일 김" userId="88e9783c86308f14" providerId="LiveId" clId="{636DB5EA-8334-4946-AD00-9011579AD058}" dt="2026-09-22T00:48:31.877" v="243" actId="1076"/>
          <ac:spMkLst>
            <pc:docMk/>
            <pc:sldMk cId="4243353749" sldId="420"/>
            <ac:spMk id="40" creationId="{BA121B90-1BCF-844F-B10C-A83264E201AD}"/>
          </ac:spMkLst>
        </pc:spChg>
      </pc:sldChg>
      <pc:sldChg chg="modSp mod">
        <pc:chgData name="영일 김" userId="88e9783c86308f14" providerId="LiveId" clId="{636DB5EA-8334-4946-AD00-9011579AD058}" dt="2026-09-22T00:48:52.078" v="245" actId="404"/>
        <pc:sldMkLst>
          <pc:docMk/>
          <pc:sldMk cId="1437550048" sldId="421"/>
        </pc:sldMkLst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42.117" v="244" actId="1076"/>
          <ac:spMkLst>
            <pc:docMk/>
            <pc:sldMk cId="1437550048" sldId="421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8:52.078" v="245" actId="404"/>
          <ac:spMkLst>
            <pc:docMk/>
            <pc:sldMk cId="1437550048" sldId="421"/>
            <ac:spMk id="21" creationId="{00000000-0000-0000-0000-000000000000}"/>
          </ac:spMkLst>
        </pc:spChg>
      </pc:sldChg>
      <pc:sldChg chg="modSp">
        <pc:chgData name="영일 김" userId="88e9783c86308f14" providerId="LiveId" clId="{636DB5EA-8334-4946-AD00-9011579AD058}" dt="2026-09-22T00:49:03.264" v="246" actId="1076"/>
        <pc:sldMkLst>
          <pc:docMk/>
          <pc:sldMk cId="2401848749" sldId="422"/>
        </pc:sldMkLst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03.264" v="246" actId="1076"/>
          <ac:spMkLst>
            <pc:docMk/>
            <pc:sldMk cId="2401848749" sldId="422"/>
            <ac:spMk id="21" creationId="{00000000-0000-0000-0000-000000000000}"/>
          </ac:spMkLst>
        </pc:spChg>
      </pc:sldChg>
      <pc:sldChg chg="modSp mod">
        <pc:chgData name="영일 김" userId="88e9783c86308f14" providerId="LiveId" clId="{636DB5EA-8334-4946-AD00-9011579AD058}" dt="2026-09-22T00:49:45.864" v="255" actId="14100"/>
        <pc:sldMkLst>
          <pc:docMk/>
          <pc:sldMk cId="3400196922" sldId="425"/>
        </pc:sldMkLst>
        <pc:spChg chg="mod">
          <ac:chgData name="영일 김" userId="88e9783c86308f14" providerId="LiveId" clId="{636DB5EA-8334-4946-AD00-9011579AD058}" dt="2026-09-22T00:49:34.609" v="253" actId="1036"/>
          <ac:spMkLst>
            <pc:docMk/>
            <pc:sldMk cId="3400196922" sldId="425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38.954" v="254" actId="14100"/>
          <ac:spMkLst>
            <pc:docMk/>
            <pc:sldMk cId="3400196922" sldId="425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45.864" v="255" actId="14100"/>
          <ac:spMkLst>
            <pc:docMk/>
            <pc:sldMk cId="3400196922" sldId="425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34.609" v="253" actId="1036"/>
          <ac:spMkLst>
            <pc:docMk/>
            <pc:sldMk cId="3400196922" sldId="425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34.609" v="253" actId="1036"/>
          <ac:spMkLst>
            <pc:docMk/>
            <pc:sldMk cId="3400196922" sldId="425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34.609" v="253" actId="1036"/>
          <ac:spMkLst>
            <pc:docMk/>
            <pc:sldMk cId="3400196922" sldId="425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9:34.609" v="253" actId="1036"/>
          <ac:spMkLst>
            <pc:docMk/>
            <pc:sldMk cId="3400196922" sldId="425"/>
            <ac:spMk id="21" creationId="{00000000-0000-0000-0000-000000000000}"/>
          </ac:spMkLst>
        </pc:spChg>
        <pc:picChg chg="mod">
          <ac:chgData name="영일 김" userId="88e9783c86308f14" providerId="LiveId" clId="{636DB5EA-8334-4946-AD00-9011579AD058}" dt="2026-09-22T00:49:34.609" v="253" actId="1036"/>
          <ac:picMkLst>
            <pc:docMk/>
            <pc:sldMk cId="3400196922" sldId="425"/>
            <ac:picMk id="3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50:50.197" v="263" actId="1076"/>
        <pc:sldMkLst>
          <pc:docMk/>
          <pc:sldMk cId="1457464656" sldId="427"/>
        </pc:sldMkLst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0:40.340" v="262" actId="1076"/>
          <ac:spMkLst>
            <pc:docMk/>
            <pc:sldMk cId="1457464656" sldId="427"/>
            <ac:spMk id="21" creationId="{00000000-0000-0000-0000-000000000000}"/>
          </ac:spMkLst>
        </pc:spChg>
        <pc:grpChg chg="mod">
          <ac:chgData name="영일 김" userId="88e9783c86308f14" providerId="LiveId" clId="{636DB5EA-8334-4946-AD00-9011579AD058}" dt="2026-09-22T00:50:50.197" v="263" actId="1076"/>
          <ac:grpSpMkLst>
            <pc:docMk/>
            <pc:sldMk cId="1457464656" sldId="427"/>
            <ac:grpSpMk id="4" creationId="{00000000-0000-0000-0000-000000000000}"/>
          </ac:grpSpMkLst>
        </pc:grpChg>
        <pc:picChg chg="mod">
          <ac:chgData name="영일 김" userId="88e9783c86308f14" providerId="LiveId" clId="{636DB5EA-8334-4946-AD00-9011579AD058}" dt="2026-09-22T00:50:40.340" v="262" actId="1076"/>
          <ac:picMkLst>
            <pc:docMk/>
            <pc:sldMk cId="1457464656" sldId="427"/>
            <ac:picMk id="13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51:23.787" v="268" actId="1076"/>
        <pc:sldMkLst>
          <pc:docMk/>
          <pc:sldMk cId="3973660070" sldId="428"/>
        </pc:sldMkLst>
        <pc:spChg chg="mod">
          <ac:chgData name="영일 김" userId="88e9783c86308f14" providerId="LiveId" clId="{636DB5EA-8334-4946-AD00-9011579AD058}" dt="2026-09-22T00:51:23.787" v="268" actId="1076"/>
          <ac:spMkLst>
            <pc:docMk/>
            <pc:sldMk cId="3973660070" sldId="428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23.787" v="268" actId="1076"/>
          <ac:spMkLst>
            <pc:docMk/>
            <pc:sldMk cId="3973660070" sldId="428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23.787" v="268" actId="1076"/>
          <ac:spMkLst>
            <pc:docMk/>
            <pc:sldMk cId="3973660070" sldId="428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2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3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1:18.170" v="267" actId="1076"/>
          <ac:spMkLst>
            <pc:docMk/>
            <pc:sldMk cId="3973660070" sldId="428"/>
            <ac:spMk id="33" creationId="{00000000-0000-0000-0000-000000000000}"/>
          </ac:spMkLst>
        </pc:spChg>
        <pc:grpChg chg="mod">
          <ac:chgData name="영일 김" userId="88e9783c86308f14" providerId="LiveId" clId="{636DB5EA-8334-4946-AD00-9011579AD058}" dt="2026-09-22T00:51:23.787" v="268" actId="1076"/>
          <ac:grpSpMkLst>
            <pc:docMk/>
            <pc:sldMk cId="3973660070" sldId="428"/>
            <ac:grpSpMk id="3" creationId="{00000000-0000-0000-0000-000000000000}"/>
          </ac:grpSpMkLst>
        </pc:grpChg>
        <pc:picChg chg="mod">
          <ac:chgData name="영일 김" userId="88e9783c86308f14" providerId="LiveId" clId="{636DB5EA-8334-4946-AD00-9011579AD058}" dt="2026-09-22T00:51:23.787" v="268" actId="1076"/>
          <ac:picMkLst>
            <pc:docMk/>
            <pc:sldMk cId="3973660070" sldId="428"/>
            <ac:picMk id="82946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52:34.004" v="274" actId="1076"/>
        <pc:sldMkLst>
          <pc:docMk/>
          <pc:sldMk cId="1894756496" sldId="429"/>
        </pc:sldMkLst>
        <pc:spChg chg="mod">
          <ac:chgData name="영일 김" userId="88e9783c86308f14" providerId="LiveId" clId="{636DB5EA-8334-4946-AD00-9011579AD058}" dt="2026-09-22T00:52:25.464" v="272" actId="14100"/>
          <ac:spMkLst>
            <pc:docMk/>
            <pc:sldMk cId="1894756496" sldId="429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29.971" v="273" actId="14100"/>
          <ac:spMkLst>
            <pc:docMk/>
            <pc:sldMk cId="1894756496" sldId="429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19.471" v="271" actId="1076"/>
          <ac:spMkLst>
            <pc:docMk/>
            <pc:sldMk cId="1894756496" sldId="429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19.471" v="271" actId="1076"/>
          <ac:spMkLst>
            <pc:docMk/>
            <pc:sldMk cId="1894756496" sldId="429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19.471" v="271" actId="1076"/>
          <ac:spMkLst>
            <pc:docMk/>
            <pc:sldMk cId="1894756496" sldId="429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19.471" v="271" actId="1076"/>
          <ac:spMkLst>
            <pc:docMk/>
            <pc:sldMk cId="1894756496" sldId="429"/>
            <ac:spMk id="2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19.471" v="271" actId="1076"/>
          <ac:spMkLst>
            <pc:docMk/>
            <pc:sldMk cId="1894756496" sldId="429"/>
            <ac:spMk id="24" creationId="{00000000-0000-0000-0000-000000000000}"/>
          </ac:spMkLst>
        </pc:spChg>
        <pc:picChg chg="mod">
          <ac:chgData name="영일 김" userId="88e9783c86308f14" providerId="LiveId" clId="{636DB5EA-8334-4946-AD00-9011579AD058}" dt="2026-09-22T00:52:34.004" v="274" actId="1076"/>
          <ac:picMkLst>
            <pc:docMk/>
            <pc:sldMk cId="1894756496" sldId="429"/>
            <ac:picMk id="13" creationId="{00000000-0000-0000-0000-000000000000}"/>
          </ac:picMkLst>
        </pc:picChg>
      </pc:sldChg>
      <pc:sldChg chg="modSp">
        <pc:chgData name="영일 김" userId="88e9783c86308f14" providerId="LiveId" clId="{636DB5EA-8334-4946-AD00-9011579AD058}" dt="2026-09-22T00:52:52.004" v="275" actId="1076"/>
        <pc:sldMkLst>
          <pc:docMk/>
          <pc:sldMk cId="2955371808" sldId="430"/>
        </pc:sldMkLst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2:52.004" v="275" actId="1076"/>
          <ac:spMkLst>
            <pc:docMk/>
            <pc:sldMk cId="2955371808" sldId="430"/>
            <ac:spMk id="24" creationId="{00000000-0000-0000-0000-000000000000}"/>
          </ac:spMkLst>
        </pc:spChg>
        <pc:graphicFrameChg chg="mod">
          <ac:chgData name="영일 김" userId="88e9783c86308f14" providerId="LiveId" clId="{636DB5EA-8334-4946-AD00-9011579AD058}" dt="2026-09-22T00:52:52.004" v="275" actId="1076"/>
          <ac:graphicFrameMkLst>
            <pc:docMk/>
            <pc:sldMk cId="2955371808" sldId="430"/>
            <ac:graphicFrameMk id="18" creationId="{00000000-0000-0000-0000-000000000000}"/>
          </ac:graphicFrameMkLst>
        </pc:graphicFrameChg>
      </pc:sldChg>
      <pc:sldChg chg="modSp mod">
        <pc:chgData name="영일 김" userId="88e9783c86308f14" providerId="LiveId" clId="{636DB5EA-8334-4946-AD00-9011579AD058}" dt="2026-09-22T00:53:08.846" v="277" actId="404"/>
        <pc:sldMkLst>
          <pc:docMk/>
          <pc:sldMk cId="2230375542" sldId="431"/>
        </pc:sldMkLst>
        <pc:spChg chg="mod">
          <ac:chgData name="영일 김" userId="88e9783c86308f14" providerId="LiveId" clId="{636DB5EA-8334-4946-AD00-9011579AD058}" dt="2026-09-22T00:53:05.369" v="276" actId="1076"/>
          <ac:spMkLst>
            <pc:docMk/>
            <pc:sldMk cId="2230375542" sldId="431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05.369" v="276" actId="1076"/>
          <ac:spMkLst>
            <pc:docMk/>
            <pc:sldMk cId="2230375542" sldId="431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05.369" v="276" actId="1076"/>
          <ac:spMkLst>
            <pc:docMk/>
            <pc:sldMk cId="2230375542" sldId="431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05.369" v="276" actId="1076"/>
          <ac:spMkLst>
            <pc:docMk/>
            <pc:sldMk cId="2230375542" sldId="431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05.369" v="276" actId="1076"/>
          <ac:spMkLst>
            <pc:docMk/>
            <pc:sldMk cId="2230375542" sldId="431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08.846" v="277" actId="404"/>
          <ac:spMkLst>
            <pc:docMk/>
            <pc:sldMk cId="2230375542" sldId="431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05.369" v="276" actId="1076"/>
          <ac:spMkLst>
            <pc:docMk/>
            <pc:sldMk cId="2230375542" sldId="431"/>
            <ac:spMk id="23" creationId="{00000000-0000-0000-0000-000000000000}"/>
          </ac:spMkLst>
        </pc:spChg>
      </pc:sldChg>
      <pc:sldChg chg="modSp mod">
        <pc:chgData name="영일 김" userId="88e9783c86308f14" providerId="LiveId" clId="{636DB5EA-8334-4946-AD00-9011579AD058}" dt="2026-09-22T08:50:41.106" v="404" actId="2085"/>
        <pc:sldMkLst>
          <pc:docMk/>
          <pc:sldMk cId="1302359240" sldId="432"/>
        </pc:sldMkLst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1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29.508" v="279" actId="14100"/>
          <ac:spMkLst>
            <pc:docMk/>
            <pc:sldMk cId="1302359240" sldId="432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35.817" v="280" actId="14100"/>
          <ac:spMkLst>
            <pc:docMk/>
            <pc:sldMk cId="1302359240" sldId="432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23.523" v="278" actId="1076"/>
          <ac:spMkLst>
            <pc:docMk/>
            <pc:sldMk cId="1302359240" sldId="432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23.523" v="278" actId="1076"/>
          <ac:spMkLst>
            <pc:docMk/>
            <pc:sldMk cId="1302359240" sldId="432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23.523" v="278" actId="1076"/>
          <ac:spMkLst>
            <pc:docMk/>
            <pc:sldMk cId="1302359240" sldId="432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23.523" v="278" actId="1076"/>
          <ac:spMkLst>
            <pc:docMk/>
            <pc:sldMk cId="1302359240" sldId="432"/>
            <ac:spMk id="23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25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26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27" creationId="{00000000-0000-0000-0000-000000000000}"/>
          </ac:spMkLst>
        </pc:spChg>
        <pc:spChg chg="mod">
          <ac:chgData name="영일 김" userId="88e9783c86308f14" providerId="LiveId" clId="{636DB5EA-8334-4946-AD00-9011579AD058}" dt="2026-09-22T08:50:41.106" v="404" actId="2085"/>
          <ac:spMkLst>
            <pc:docMk/>
            <pc:sldMk cId="1302359240" sldId="432"/>
            <ac:spMk id="28" creationId="{00000000-0000-0000-0000-000000000000}"/>
          </ac:spMkLst>
        </pc:spChg>
        <pc:grpChg chg="mod">
          <ac:chgData name="영일 김" userId="88e9783c86308f14" providerId="LiveId" clId="{636DB5EA-8334-4946-AD00-9011579AD058}" dt="2026-09-22T00:53:38.985" v="281" actId="1076"/>
          <ac:grpSpMkLst>
            <pc:docMk/>
            <pc:sldMk cId="1302359240" sldId="432"/>
            <ac:grpSpMk id="4" creationId="{AA28085A-F884-190F-67AD-8F4B9D95A086}"/>
          </ac:grpSpMkLst>
        </pc:grpChg>
        <pc:picChg chg="mod">
          <ac:chgData name="영일 김" userId="88e9783c86308f14" providerId="LiveId" clId="{636DB5EA-8334-4946-AD00-9011579AD058}" dt="2026-09-22T08:50:41.106" v="404" actId="2085"/>
          <ac:picMkLst>
            <pc:docMk/>
            <pc:sldMk cId="1302359240" sldId="432"/>
            <ac:picMk id="13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55:41.895" v="302" actId="404"/>
        <pc:sldMkLst>
          <pc:docMk/>
          <pc:sldMk cId="3605640377" sldId="433"/>
        </pc:sldMkLst>
        <pc:spChg chg="mod">
          <ac:chgData name="영일 김" userId="88e9783c86308f14" providerId="LiveId" clId="{636DB5EA-8334-4946-AD00-9011579AD058}" dt="2026-09-22T00:54:17.520" v="285" actId="14100"/>
          <ac:spMkLst>
            <pc:docMk/>
            <pc:sldMk cId="3605640377" sldId="433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4:22.584" v="286" actId="14100"/>
          <ac:spMkLst>
            <pc:docMk/>
            <pc:sldMk cId="3605640377" sldId="433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48.044" v="282" actId="1076"/>
          <ac:spMkLst>
            <pc:docMk/>
            <pc:sldMk cId="3605640377" sldId="433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0.794" v="298" actId="20577"/>
          <ac:spMkLst>
            <pc:docMk/>
            <pc:sldMk cId="3605640377" sldId="433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9.623" v="300" actId="1036"/>
          <ac:spMkLst>
            <pc:docMk/>
            <pc:sldMk cId="3605640377" sldId="433"/>
            <ac:spMk id="3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9.623" v="300" actId="1036"/>
          <ac:spMkLst>
            <pc:docMk/>
            <pc:sldMk cId="3605640377" sldId="433"/>
            <ac:spMk id="3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9.623" v="300" actId="1036"/>
          <ac:spMkLst>
            <pc:docMk/>
            <pc:sldMk cId="3605640377" sldId="433"/>
            <ac:spMk id="3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9.623" v="300" actId="1036"/>
          <ac:spMkLst>
            <pc:docMk/>
            <pc:sldMk cId="3605640377" sldId="433"/>
            <ac:spMk id="3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9.623" v="300" actId="1036"/>
          <ac:spMkLst>
            <pc:docMk/>
            <pc:sldMk cId="3605640377" sldId="433"/>
            <ac:spMk id="3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29.623" v="300" actId="1036"/>
          <ac:spMkLst>
            <pc:docMk/>
            <pc:sldMk cId="3605640377" sldId="433"/>
            <ac:spMk id="3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48.044" v="282" actId="1076"/>
          <ac:spMkLst>
            <pc:docMk/>
            <pc:sldMk cId="3605640377" sldId="433"/>
            <ac:spMk id="3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3:48.044" v="282" actId="1076"/>
          <ac:spMkLst>
            <pc:docMk/>
            <pc:sldMk cId="3605640377" sldId="433"/>
            <ac:spMk id="3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16.474" v="297" actId="1036"/>
          <ac:spMkLst>
            <pc:docMk/>
            <pc:sldMk cId="3605640377" sldId="433"/>
            <ac:spMk id="4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16.474" v="297" actId="1036"/>
          <ac:spMkLst>
            <pc:docMk/>
            <pc:sldMk cId="3605640377" sldId="433"/>
            <ac:spMk id="4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16.474" v="297" actId="1036"/>
          <ac:spMkLst>
            <pc:docMk/>
            <pc:sldMk cId="3605640377" sldId="433"/>
            <ac:spMk id="4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16.474" v="297" actId="1036"/>
          <ac:spMkLst>
            <pc:docMk/>
            <pc:sldMk cId="3605640377" sldId="433"/>
            <ac:spMk id="4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16.474" v="297" actId="1036"/>
          <ac:spMkLst>
            <pc:docMk/>
            <pc:sldMk cId="3605640377" sldId="433"/>
            <ac:spMk id="4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16.474" v="297" actId="1036"/>
          <ac:spMkLst>
            <pc:docMk/>
            <pc:sldMk cId="3605640377" sldId="433"/>
            <ac:spMk id="5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41.895" v="302" actId="404"/>
          <ac:spMkLst>
            <pc:docMk/>
            <pc:sldMk cId="3605640377" sldId="433"/>
            <ac:spMk id="51" creationId="{00000000-0000-0000-0000-000000000000}"/>
          </ac:spMkLst>
        </pc:spChg>
        <pc:grpChg chg="mod">
          <ac:chgData name="영일 김" userId="88e9783c86308f14" providerId="LiveId" clId="{636DB5EA-8334-4946-AD00-9011579AD058}" dt="2026-09-22T00:55:29.623" v="300" actId="1036"/>
          <ac:grpSpMkLst>
            <pc:docMk/>
            <pc:sldMk cId="3605640377" sldId="433"/>
            <ac:grpSpMk id="30" creationId="{00000000-0000-0000-0000-000000000000}"/>
          </ac:grpSpMkLst>
        </pc:grpChg>
        <pc:grpChg chg="mod">
          <ac:chgData name="영일 김" userId="88e9783c86308f14" providerId="LiveId" clId="{636DB5EA-8334-4946-AD00-9011579AD058}" dt="2026-09-22T00:55:29.623" v="300" actId="1036"/>
          <ac:grpSpMkLst>
            <pc:docMk/>
            <pc:sldMk cId="3605640377" sldId="433"/>
            <ac:grpSpMk id="34" creationId="{00000000-0000-0000-0000-000000000000}"/>
          </ac:grpSpMkLst>
        </pc:grpChg>
        <pc:grpChg chg="mod">
          <ac:chgData name="영일 김" userId="88e9783c86308f14" providerId="LiveId" clId="{636DB5EA-8334-4946-AD00-9011579AD058}" dt="2026-09-22T00:55:16.474" v="297" actId="1036"/>
          <ac:grpSpMkLst>
            <pc:docMk/>
            <pc:sldMk cId="3605640377" sldId="433"/>
            <ac:grpSpMk id="42" creationId="{00000000-0000-0000-0000-000000000000}"/>
          </ac:grpSpMkLst>
        </pc:grpChg>
        <pc:picChg chg="mod">
          <ac:chgData name="영일 김" userId="88e9783c86308f14" providerId="LiveId" clId="{636DB5EA-8334-4946-AD00-9011579AD058}" dt="2026-09-22T00:55:16.474" v="297" actId="1036"/>
          <ac:picMkLst>
            <pc:docMk/>
            <pc:sldMk cId="3605640377" sldId="433"/>
            <ac:picMk id="43" creationId="{00000000-0000-0000-0000-000000000000}"/>
          </ac:picMkLst>
        </pc:picChg>
        <pc:picChg chg="mod">
          <ac:chgData name="영일 김" userId="88e9783c86308f14" providerId="LiveId" clId="{636DB5EA-8334-4946-AD00-9011579AD058}" dt="2026-09-22T00:55:16.474" v="297" actId="1036"/>
          <ac:picMkLst>
            <pc:docMk/>
            <pc:sldMk cId="3605640377" sldId="433"/>
            <ac:picMk id="44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56:09.398" v="306" actId="404"/>
        <pc:sldMkLst>
          <pc:docMk/>
          <pc:sldMk cId="2138092957" sldId="434"/>
        </pc:sldMkLst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9.398" v="306" actId="404"/>
          <ac:spMkLst>
            <pc:docMk/>
            <pc:sldMk cId="2138092957" sldId="434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2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5:53.097" v="303" actId="1076"/>
          <ac:spMkLst>
            <pc:docMk/>
            <pc:sldMk cId="2138092957" sldId="434"/>
            <ac:spMk id="24" creationId="{00000000-0000-0000-0000-000000000000}"/>
          </ac:spMkLst>
        </pc:spChg>
        <pc:grpChg chg="mod">
          <ac:chgData name="영일 김" userId="88e9783c86308f14" providerId="LiveId" clId="{636DB5EA-8334-4946-AD00-9011579AD058}" dt="2026-09-22T00:55:53.097" v="303" actId="1076"/>
          <ac:grpSpMkLst>
            <pc:docMk/>
            <pc:sldMk cId="2138092957" sldId="434"/>
            <ac:grpSpMk id="5" creationId="{00000000-0000-0000-0000-000000000000}"/>
          </ac:grpSpMkLst>
        </pc:grpChg>
        <pc:picChg chg="mod">
          <ac:chgData name="영일 김" userId="88e9783c86308f14" providerId="LiveId" clId="{636DB5EA-8334-4946-AD00-9011579AD058}" dt="2026-09-22T00:55:53.097" v="303" actId="1076"/>
          <ac:picMkLst>
            <pc:docMk/>
            <pc:sldMk cId="2138092957" sldId="434"/>
            <ac:picMk id="87042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56:04.734" v="305" actId="404"/>
        <pc:sldMkLst>
          <pc:docMk/>
          <pc:sldMk cId="4172708789" sldId="435"/>
        </pc:sldMkLst>
        <pc:spChg chg="mod">
          <ac:chgData name="영일 김" userId="88e9783c86308f14" providerId="LiveId" clId="{636DB5EA-8334-4946-AD00-9011579AD058}" dt="2026-09-22T00:56:00.251" v="304" actId="1076"/>
          <ac:spMkLst>
            <pc:docMk/>
            <pc:sldMk cId="4172708789" sldId="435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0.251" v="304" actId="1076"/>
          <ac:spMkLst>
            <pc:docMk/>
            <pc:sldMk cId="4172708789" sldId="435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0.251" v="304" actId="1076"/>
          <ac:spMkLst>
            <pc:docMk/>
            <pc:sldMk cId="4172708789" sldId="435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4.734" v="305" actId="404"/>
          <ac:spMkLst>
            <pc:docMk/>
            <pc:sldMk cId="4172708789" sldId="435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0.251" v="304" actId="1076"/>
          <ac:spMkLst>
            <pc:docMk/>
            <pc:sldMk cId="4172708789" sldId="435"/>
            <ac:spMk id="2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0.251" v="304" actId="1076"/>
          <ac:spMkLst>
            <pc:docMk/>
            <pc:sldMk cId="4172708789" sldId="435"/>
            <ac:spMk id="3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00.251" v="304" actId="1076"/>
          <ac:spMkLst>
            <pc:docMk/>
            <pc:sldMk cId="4172708789" sldId="435"/>
            <ac:spMk id="33" creationId="{00000000-0000-0000-0000-000000000000}"/>
          </ac:spMkLst>
        </pc:spChg>
      </pc:sldChg>
      <pc:sldChg chg="modSp mod">
        <pc:chgData name="영일 김" userId="88e9783c86308f14" providerId="LiveId" clId="{636DB5EA-8334-4946-AD00-9011579AD058}" dt="2026-09-22T00:58:39.568" v="342" actId="1076"/>
        <pc:sldMkLst>
          <pc:docMk/>
          <pc:sldMk cId="3824779514" sldId="436"/>
        </pc:sldMkLst>
        <pc:spChg chg="mod">
          <ac:chgData name="영일 김" userId="88e9783c86308f14" providerId="LiveId" clId="{636DB5EA-8334-4946-AD00-9011579AD058}" dt="2026-09-22T00:56:26.936" v="308" actId="14100"/>
          <ac:spMkLst>
            <pc:docMk/>
            <pc:sldMk cId="3824779514" sldId="436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32.079" v="309" actId="14100"/>
          <ac:spMkLst>
            <pc:docMk/>
            <pc:sldMk cId="3824779514" sldId="436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22.431" v="307" actId="1076"/>
          <ac:spMkLst>
            <pc:docMk/>
            <pc:sldMk cId="3824779514" sldId="436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22.431" v="307" actId="1076"/>
          <ac:spMkLst>
            <pc:docMk/>
            <pc:sldMk cId="3824779514" sldId="436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22.431" v="307" actId="1076"/>
          <ac:spMkLst>
            <pc:docMk/>
            <pc:sldMk cId="3824779514" sldId="436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8:34.249" v="341" actId="20577"/>
          <ac:spMkLst>
            <pc:docMk/>
            <pc:sldMk cId="3824779514" sldId="436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6:22.431" v="307" actId="1076"/>
          <ac:spMkLst>
            <pc:docMk/>
            <pc:sldMk cId="3824779514" sldId="436"/>
            <ac:spMk id="23" creationId="{00000000-0000-0000-0000-000000000000}"/>
          </ac:spMkLst>
        </pc:spChg>
        <pc:picChg chg="mod">
          <ac:chgData name="영일 김" userId="88e9783c86308f14" providerId="LiveId" clId="{636DB5EA-8334-4946-AD00-9011579AD058}" dt="2026-09-22T00:58:39.568" v="342" actId="1076"/>
          <ac:picMkLst>
            <pc:docMk/>
            <pc:sldMk cId="3824779514" sldId="436"/>
            <ac:picMk id="88066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3T00:20:04.542" v="459" actId="20577"/>
        <pc:sldMkLst>
          <pc:docMk/>
          <pc:sldMk cId="719589138" sldId="437"/>
        </pc:sldMkLst>
        <pc:spChg chg="mod">
          <ac:chgData name="영일 김" userId="88e9783c86308f14" providerId="LiveId" clId="{636DB5EA-8334-4946-AD00-9011579AD058}" dt="2026-09-23T00:19:56.469" v="457" actId="1037"/>
          <ac:spMkLst>
            <pc:docMk/>
            <pc:sldMk cId="719589138" sldId="437"/>
            <ac:spMk id="1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9:02.769" v="345" actId="14100"/>
          <ac:spMkLst>
            <pc:docMk/>
            <pc:sldMk cId="719589138" sldId="437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9:06.547" v="346" actId="14100"/>
          <ac:spMkLst>
            <pc:docMk/>
            <pc:sldMk cId="719589138" sldId="437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8:56.772" v="344" actId="1076"/>
          <ac:spMkLst>
            <pc:docMk/>
            <pc:sldMk cId="719589138" sldId="437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8:56.772" v="344" actId="1076"/>
          <ac:spMkLst>
            <pc:docMk/>
            <pc:sldMk cId="719589138" sldId="437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8:56.772" v="344" actId="1076"/>
          <ac:spMkLst>
            <pc:docMk/>
            <pc:sldMk cId="719589138" sldId="437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8:56.772" v="344" actId="1076"/>
          <ac:spMkLst>
            <pc:docMk/>
            <pc:sldMk cId="719589138" sldId="437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3T00:19:56.469" v="457" actId="1037"/>
          <ac:spMkLst>
            <pc:docMk/>
            <pc:sldMk cId="719589138" sldId="437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3T00:20:04.542" v="459" actId="20577"/>
          <ac:spMkLst>
            <pc:docMk/>
            <pc:sldMk cId="719589138" sldId="437"/>
            <ac:spMk id="21" creationId="{00000000-0000-0000-0000-000000000000}"/>
          </ac:spMkLst>
        </pc:spChg>
        <pc:picChg chg="mod">
          <ac:chgData name="영일 김" userId="88e9783c86308f14" providerId="LiveId" clId="{636DB5EA-8334-4946-AD00-9011579AD058}" dt="2026-09-23T00:19:56.469" v="457" actId="1037"/>
          <ac:picMkLst>
            <pc:docMk/>
            <pc:sldMk cId="719589138" sldId="437"/>
            <ac:picMk id="13" creationId="{00000000-0000-0000-0000-000000000000}"/>
          </ac:picMkLst>
        </pc:picChg>
      </pc:sldChg>
      <pc:sldChg chg="modSp del mod">
        <pc:chgData name="영일 김" userId="88e9783c86308f14" providerId="LiveId" clId="{636DB5EA-8334-4946-AD00-9011579AD058}" dt="2026-09-23T00:20:30.921" v="460" actId="47"/>
        <pc:sldMkLst>
          <pc:docMk/>
          <pc:sldMk cId="3856091529" sldId="438"/>
        </pc:sldMkLst>
        <pc:spChg chg="mod">
          <ac:chgData name="영일 김" userId="88e9783c86308f14" providerId="LiveId" clId="{636DB5EA-8334-4946-AD00-9011579AD058}" dt="2026-09-22T00:59:53.419" v="359" actId="1076"/>
          <ac:spMkLst>
            <pc:docMk/>
            <pc:sldMk cId="3856091529" sldId="438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0:10.890" v="363" actId="14100"/>
          <ac:spMkLst>
            <pc:docMk/>
            <pc:sldMk cId="3856091529" sldId="438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0:14.337" v="364" actId="14100"/>
          <ac:spMkLst>
            <pc:docMk/>
            <pc:sldMk cId="3856091529" sldId="438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9:53.419" v="359" actId="1076"/>
          <ac:spMkLst>
            <pc:docMk/>
            <pc:sldMk cId="3856091529" sldId="438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9:53.419" v="359" actId="1076"/>
          <ac:spMkLst>
            <pc:docMk/>
            <pc:sldMk cId="3856091529" sldId="438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9:53.419" v="359" actId="1076"/>
          <ac:spMkLst>
            <pc:docMk/>
            <pc:sldMk cId="3856091529" sldId="438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59:53.419" v="359" actId="1076"/>
          <ac:spMkLst>
            <pc:docMk/>
            <pc:sldMk cId="3856091529" sldId="438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0:03.320" v="361" actId="14100"/>
          <ac:spMkLst>
            <pc:docMk/>
            <pc:sldMk cId="3856091529" sldId="438"/>
            <ac:spMk id="21" creationId="{00000000-0000-0000-0000-000000000000}"/>
          </ac:spMkLst>
        </pc:spChg>
        <pc:grpChg chg="mod">
          <ac:chgData name="영일 김" userId="88e9783c86308f14" providerId="LiveId" clId="{636DB5EA-8334-4946-AD00-9011579AD058}" dt="2026-09-22T01:00:18.952" v="366" actId="1076"/>
          <ac:grpSpMkLst>
            <pc:docMk/>
            <pc:sldMk cId="3856091529" sldId="438"/>
            <ac:grpSpMk id="3" creationId="{00000000-0000-0000-0000-000000000000}"/>
          </ac:grpSpMkLst>
        </pc:grpChg>
        <pc:picChg chg="mod">
          <ac:chgData name="영일 김" userId="88e9783c86308f14" providerId="LiveId" clId="{636DB5EA-8334-4946-AD00-9011579AD058}" dt="2026-09-22T00:59:53.419" v="359" actId="1076"/>
          <ac:picMkLst>
            <pc:docMk/>
            <pc:sldMk cId="3856091529" sldId="438"/>
            <ac:picMk id="17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1:01:02.139" v="369" actId="1036"/>
        <pc:sldMkLst>
          <pc:docMk/>
          <pc:sldMk cId="3333565611" sldId="439"/>
        </pc:sldMkLst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2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02.139" v="369" actId="1036"/>
          <ac:spMkLst>
            <pc:docMk/>
            <pc:sldMk cId="3333565611" sldId="439"/>
            <ac:spMk id="21" creationId="{00000000-0000-0000-0000-000000000000}"/>
          </ac:spMkLst>
        </pc:spChg>
        <pc:grpChg chg="mod">
          <ac:chgData name="영일 김" userId="88e9783c86308f14" providerId="LiveId" clId="{636DB5EA-8334-4946-AD00-9011579AD058}" dt="2026-09-22T01:01:02.139" v="369" actId="1036"/>
          <ac:grpSpMkLst>
            <pc:docMk/>
            <pc:sldMk cId="3333565611" sldId="439"/>
            <ac:grpSpMk id="3" creationId="{00000000-0000-0000-0000-000000000000}"/>
          </ac:grpSpMkLst>
        </pc:grpChg>
        <pc:picChg chg="mod">
          <ac:chgData name="영일 김" userId="88e9783c86308f14" providerId="LiveId" clId="{636DB5EA-8334-4946-AD00-9011579AD058}" dt="2026-09-22T01:01:02.139" v="369" actId="1036"/>
          <ac:picMkLst>
            <pc:docMk/>
            <pc:sldMk cId="3333565611" sldId="439"/>
            <ac:picMk id="13" creationId="{00000000-0000-0000-0000-000000000000}"/>
          </ac:picMkLst>
        </pc:picChg>
      </pc:sldChg>
      <pc:sldChg chg="modSp mod">
        <pc:chgData name="영일 김" userId="88e9783c86308f14" providerId="LiveId" clId="{636DB5EA-8334-4946-AD00-9011579AD058}" dt="2026-09-22T00:32:02.771" v="108" actId="1035"/>
        <pc:sldMkLst>
          <pc:docMk/>
          <pc:sldMk cId="1660601680" sldId="440"/>
        </pc:sldMkLst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1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9:34.188" v="101" actId="14100"/>
          <ac:spMkLst>
            <pc:docMk/>
            <pc:sldMk cId="1660601680" sldId="440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9:38.578" v="102" actId="14100"/>
          <ac:spMkLst>
            <pc:docMk/>
            <pc:sldMk cId="1660601680" sldId="440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16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0:31:57.772" v="104" actId="20577"/>
          <ac:spMkLst>
            <pc:docMk/>
            <pc:sldMk cId="1660601680" sldId="440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2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28:56.543" v="96" actId="1076"/>
          <ac:spMkLst>
            <pc:docMk/>
            <pc:sldMk cId="1660601680" sldId="440"/>
            <ac:spMk id="24" creationId="{00000000-0000-0000-0000-000000000000}"/>
          </ac:spMkLst>
        </pc:spChg>
        <pc:grpChg chg="mod">
          <ac:chgData name="영일 김" userId="88e9783c86308f14" providerId="LiveId" clId="{636DB5EA-8334-4946-AD00-9011579AD058}" dt="2026-09-22T00:32:02.771" v="108" actId="1035"/>
          <ac:grpSpMkLst>
            <pc:docMk/>
            <pc:sldMk cId="1660601680" sldId="440"/>
            <ac:grpSpMk id="4" creationId="{00000000-0000-0000-0000-000000000000}"/>
          </ac:grpSpMkLst>
        </pc:grpChg>
      </pc:sldChg>
      <pc:sldChg chg="modSp mod">
        <pc:chgData name="영일 김" userId="88e9783c86308f14" providerId="LiveId" clId="{636DB5EA-8334-4946-AD00-9011579AD058}" dt="2026-09-22T01:01:15.745" v="371" actId="1035"/>
        <pc:sldMkLst>
          <pc:docMk/>
          <pc:sldMk cId="732518407" sldId="441"/>
        </pc:sldMkLst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19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20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15.745" v="371" actId="1035"/>
          <ac:spMkLst>
            <pc:docMk/>
            <pc:sldMk cId="732518407" sldId="441"/>
            <ac:spMk id="23" creationId="{00000000-0000-0000-0000-000000000000}"/>
          </ac:spMkLst>
        </pc:spChg>
        <pc:picChg chg="mod">
          <ac:chgData name="영일 김" userId="88e9783c86308f14" providerId="LiveId" clId="{636DB5EA-8334-4946-AD00-9011579AD058}" dt="2026-09-22T01:01:15.745" v="371" actId="1035"/>
          <ac:picMkLst>
            <pc:docMk/>
            <pc:sldMk cId="732518407" sldId="441"/>
            <ac:picMk id="13" creationId="{00000000-0000-0000-0000-000000000000}"/>
          </ac:picMkLst>
        </pc:picChg>
        <pc:picChg chg="mod">
          <ac:chgData name="영일 김" userId="88e9783c86308f14" providerId="LiveId" clId="{636DB5EA-8334-4946-AD00-9011579AD058}" dt="2026-09-22T01:01:15.745" v="371" actId="1035"/>
          <ac:picMkLst>
            <pc:docMk/>
            <pc:sldMk cId="732518407" sldId="441"/>
            <ac:picMk id="18" creationId="{00000000-0000-0000-0000-000000000000}"/>
          </ac:picMkLst>
        </pc:picChg>
      </pc:sldChg>
      <pc:sldChg chg="delSp modSp mod">
        <pc:chgData name="영일 김" userId="88e9783c86308f14" providerId="LiveId" clId="{636DB5EA-8334-4946-AD00-9011579AD058}" dt="2026-09-22T01:01:32.417" v="372" actId="1076"/>
        <pc:sldMkLst>
          <pc:docMk/>
          <pc:sldMk cId="3595028832" sldId="442"/>
        </pc:sldMkLst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21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24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27" creationId="{00000000-0000-0000-0000-000000000000}"/>
          </ac:spMkLst>
        </pc:spChg>
        <pc:spChg chg="mod">
          <ac:chgData name="영일 김" userId="88e9783c86308f14" providerId="LiveId" clId="{636DB5EA-8334-4946-AD00-9011579AD058}" dt="2026-09-22T01:01:32.417" v="372" actId="1076"/>
          <ac:spMkLst>
            <pc:docMk/>
            <pc:sldMk cId="3595028832" sldId="442"/>
            <ac:spMk id="28" creationId="{00000000-0000-0000-0000-000000000000}"/>
          </ac:spMkLst>
        </pc:spChg>
        <pc:grpChg chg="del">
          <ac:chgData name="영일 김" userId="88e9783c86308f14" providerId="LiveId" clId="{636DB5EA-8334-4946-AD00-9011579AD058}" dt="2026-09-22T00:41:30.869" v="169" actId="478"/>
          <ac:grpSpMkLst>
            <pc:docMk/>
            <pc:sldMk cId="3595028832" sldId="442"/>
            <ac:grpSpMk id="17" creationId="{00000000-0000-0000-0000-000000000000}"/>
          </ac:grpSpMkLst>
        </pc:grpChg>
      </pc:sldChg>
      <pc:sldChg chg="modSp mod">
        <pc:chgData name="영일 김" userId="88e9783c86308f14" providerId="LiveId" clId="{636DB5EA-8334-4946-AD00-9011579AD058}" dt="2026-09-22T00:45:52.313" v="233" actId="20577"/>
        <pc:sldMkLst>
          <pc:docMk/>
          <pc:sldMk cId="2789790134" sldId="443"/>
        </pc:sldMkLst>
        <pc:spChg chg="mod">
          <ac:chgData name="영일 김" userId="88e9783c86308f14" providerId="LiveId" clId="{636DB5EA-8334-4946-AD00-9011579AD058}" dt="2026-09-22T00:45:23.679" v="212" actId="1076"/>
          <ac:spMkLst>
            <pc:docMk/>
            <pc:sldMk cId="2789790134" sldId="443"/>
            <ac:spMk id="12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5:23.679" v="212" actId="1076"/>
          <ac:spMkLst>
            <pc:docMk/>
            <pc:sldMk cId="2789790134" sldId="443"/>
            <ac:spMk id="13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5:23.679" v="212" actId="1076"/>
          <ac:spMkLst>
            <pc:docMk/>
            <pc:sldMk cId="2789790134" sldId="443"/>
            <ac:spMk id="14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5:23.679" v="212" actId="1076"/>
          <ac:spMkLst>
            <pc:docMk/>
            <pc:sldMk cId="2789790134" sldId="443"/>
            <ac:spMk id="15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5:23.679" v="212" actId="1076"/>
          <ac:spMkLst>
            <pc:docMk/>
            <pc:sldMk cId="2789790134" sldId="443"/>
            <ac:spMk id="17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5:23.679" v="212" actId="1076"/>
          <ac:spMkLst>
            <pc:docMk/>
            <pc:sldMk cId="2789790134" sldId="443"/>
            <ac:spMk id="18" creationId="{00000000-0000-0000-0000-000000000000}"/>
          </ac:spMkLst>
        </pc:spChg>
        <pc:spChg chg="mod">
          <ac:chgData name="영일 김" userId="88e9783c86308f14" providerId="LiveId" clId="{636DB5EA-8334-4946-AD00-9011579AD058}" dt="2026-09-22T00:45:52.313" v="233" actId="20577"/>
          <ac:spMkLst>
            <pc:docMk/>
            <pc:sldMk cId="2789790134" sldId="443"/>
            <ac:spMk id="21" creationId="{00000000-0000-0000-0000-000000000000}"/>
          </ac:spMkLst>
        </pc:spChg>
        <pc:picChg chg="mod">
          <ac:chgData name="영일 김" userId="88e9783c86308f14" providerId="LiveId" clId="{636DB5EA-8334-4946-AD00-9011579AD058}" dt="2026-09-22T00:45:30.198" v="213" actId="1076"/>
          <ac:picMkLst>
            <pc:docMk/>
            <pc:sldMk cId="2789790134" sldId="443"/>
            <ac:picMk id="2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11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3506C93-0E38-42B9-BC7B-0705E078A49D}" type="slidenum">
              <a:rPr lang="ko-KR" altLang="en-US">
                <a:solidFill>
                  <a:srgbClr val="292929"/>
                </a:solidFill>
                <a:latin typeface="돋움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solidFill>
                <a:srgbClr val="292929"/>
              </a:solidFill>
              <a:latin typeface="돋움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/>
          <a:stretch>
            <a:fillRect/>
          </a:stretch>
        </p:blipFill>
        <p:spPr bwMode="auto">
          <a:xfrm>
            <a:off x="0" y="0"/>
            <a:ext cx="9144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latinLnBrk="0"/>
            <a:endParaRPr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AutoShape 11"/>
          <p:cNvSpPr>
            <a:spLocks noChangeArrowheads="1"/>
          </p:cNvSpPr>
          <p:nvPr userDrawn="1"/>
        </p:nvSpPr>
        <p:spPr bwMode="ltGray">
          <a:xfrm>
            <a:off x="1473200" y="5105400"/>
            <a:ext cx="7137400" cy="533400"/>
          </a:xfrm>
          <a:prstGeom prst="roundRect">
            <a:avLst>
              <a:gd name="adj" fmla="val 16667"/>
            </a:avLst>
          </a:prstGeom>
          <a:solidFill>
            <a:schemeClr val="tx2">
              <a:lumMod val="75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576388" y="5181600"/>
            <a:ext cx="693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400" dirty="0">
                <a:solidFill>
                  <a:schemeClr val="bg1"/>
                </a:solidFill>
                <a:latin typeface="Bauhaus 93" panose="04030905020B02020C02" pitchFamily="82" charset="0"/>
                <a:ea typeface="HY강M" pitchFamily="18" charset="-127"/>
              </a:rPr>
              <a:t>Computer Networks</a:t>
            </a:r>
            <a:endParaRPr lang="ko-KR" altLang="en-US" sz="2400" dirty="0">
              <a:solidFill>
                <a:schemeClr val="bg1"/>
              </a:solidFill>
              <a:latin typeface="Bauhaus 93" panose="04030905020B02020C02" pitchFamily="82" charset="0"/>
              <a:ea typeface="HY강M" pitchFamily="18" charset="-127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9525" y="4267201"/>
            <a:ext cx="9153525" cy="838200"/>
          </a:xfrm>
        </p:spPr>
        <p:txBody>
          <a:bodyPr/>
          <a:lstStyle>
            <a:lvl1pPr marL="717550" indent="0" algn="ctr">
              <a:defRPr sz="3600" b="0" baseline="0">
                <a:solidFill>
                  <a:srgbClr val="452103"/>
                </a:solidFill>
                <a:latin typeface="Bauhaus 93" panose="04030905020B02020C02" pitchFamily="82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7013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88260"/>
            <a:ext cx="73914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noProof="0"/>
              <a:t>마스터 제목 스타일 편집</a:t>
            </a:r>
            <a:endParaRPr lang="en-US" altLang="ko-KR" noProof="0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>
          <a:xfrm>
            <a:off x="304800" y="990600"/>
            <a:ext cx="8610600" cy="5562600"/>
          </a:xfrm>
        </p:spPr>
        <p:txBody>
          <a:bodyPr/>
          <a:lstStyle>
            <a:lvl1pPr>
              <a:buFont typeface="Wingdings" pitchFamily="2" charset="2"/>
              <a:buChar char=""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41869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기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>
            <a:lvl2pPr>
              <a:lnSpc>
                <a:spcPct val="100000"/>
              </a:lnSpc>
              <a:defRPr sz="1700"/>
            </a:lvl2pPr>
            <a:lvl3pPr>
              <a:lnSpc>
                <a:spcPct val="100000"/>
              </a:lnSpc>
              <a:defRPr sz="1500"/>
            </a:lvl3pPr>
            <a:lvl4pPr marL="809625" indent="-180975">
              <a:lnSpc>
                <a:spcPct val="100000"/>
              </a:lnSpc>
              <a:buFont typeface="Wingdings" pitchFamily="2" charset="2"/>
              <a:buChar char="ü"/>
              <a:defRPr sz="1500" b="0">
                <a:solidFill>
                  <a:schemeClr val="accent1">
                    <a:lumMod val="75000"/>
                  </a:schemeClr>
                </a:solidFill>
              </a:defRPr>
            </a:lvl4pPr>
            <a:lvl5pPr marL="990600" indent="-180975">
              <a:lnSpc>
                <a:spcPct val="100000"/>
              </a:lnSpc>
              <a:defRPr sz="130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</a:t>
            </a:r>
            <a:endParaRPr lang="en-US" altLang="ko-KR" dirty="0"/>
          </a:p>
          <a:p>
            <a:pPr lvl="4"/>
            <a:r>
              <a:rPr lang="ko-KR" altLang="en-US" dirty="0"/>
              <a:t>다섯째</a:t>
            </a:r>
          </a:p>
        </p:txBody>
      </p:sp>
    </p:spTree>
    <p:extLst>
      <p:ext uri="{BB962C8B-B14F-4D97-AF65-F5344CB8AC3E}">
        <p14:creationId xmlns:p14="http://schemas.microsoft.com/office/powerpoint/2010/main" val="419189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/>
          <a:stretch>
            <a:fillRect/>
          </a:stretch>
        </p:blipFill>
        <p:spPr bwMode="auto">
          <a:xfrm>
            <a:off x="0" y="0"/>
            <a:ext cx="9144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latinLnBrk="0"/>
            <a:endParaRPr lang="ko-KR" altLang="en-US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AutoShape 11"/>
          <p:cNvSpPr>
            <a:spLocks noChangeArrowheads="1"/>
          </p:cNvSpPr>
          <p:nvPr/>
        </p:nvSpPr>
        <p:spPr bwMode="ltGray">
          <a:xfrm>
            <a:off x="1473200" y="5105400"/>
            <a:ext cx="7137400" cy="533400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WordArt 3"/>
          <p:cNvSpPr>
            <a:spLocks noChangeArrowheads="1" noChangeShapeType="1" noTextEdit="1"/>
          </p:cNvSpPr>
          <p:nvPr userDrawn="1"/>
        </p:nvSpPr>
        <p:spPr bwMode="gray">
          <a:xfrm>
            <a:off x="2423163" y="4386945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 eaLnBrk="1" latinLnBrk="1" hangingPunct="1">
              <a:defRPr/>
            </a:pPr>
            <a:r>
              <a:rPr lang="en-US" altLang="ko-KR" sz="5400" kern="10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Bauhaus 93" panose="04030905020B02020C02" pitchFamily="82" charset="0"/>
              </a:rPr>
              <a:t>Thank You !</a:t>
            </a:r>
            <a:endParaRPr lang="ko-KR" altLang="en-US" sz="5400" kern="10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Bauhaus 93" panose="04030905020B02020C02" pitchFamily="82" charset="0"/>
            </a:endParaRPr>
          </a:p>
        </p:txBody>
      </p:sp>
      <p:sp>
        <p:nvSpPr>
          <p:cNvPr id="7" name="TextBox 13"/>
          <p:cNvSpPr txBox="1">
            <a:spLocks noChangeArrowheads="1"/>
          </p:cNvSpPr>
          <p:nvPr userDrawn="1"/>
        </p:nvSpPr>
        <p:spPr bwMode="auto">
          <a:xfrm>
            <a:off x="1576388" y="5181600"/>
            <a:ext cx="693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400" dirty="0">
                <a:solidFill>
                  <a:schemeClr val="bg1"/>
                </a:solidFill>
                <a:latin typeface="Bauhaus 93" panose="04030905020B02020C02" pitchFamily="82" charset="0"/>
                <a:ea typeface="HY강M" pitchFamily="18" charset="-127"/>
              </a:rPr>
              <a:t>Computer Networks</a:t>
            </a:r>
            <a:endParaRPr lang="ko-KR" altLang="en-US" sz="2400" dirty="0">
              <a:solidFill>
                <a:schemeClr val="bg1"/>
              </a:solidFill>
              <a:latin typeface="Bauhaus 93" panose="04030905020B02020C02" pitchFamily="82" charset="0"/>
              <a:ea typeface="HY강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98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CC9CE-5ED1-4C8B-A7E8-AFC2A2C066C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426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Beginner_logo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238" y="5334000"/>
            <a:ext cx="127476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latinLnBrk="1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gray">
          <a:xfrm>
            <a:off x="-9525" y="0"/>
            <a:ext cx="9161463" cy="612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>
              <a:defRPr/>
            </a:pPr>
            <a:endParaRPr lang="ko-KR" altLang="en-US">
              <a:solidFill>
                <a:srgbClr val="1D4940"/>
              </a:solidFill>
              <a:latin typeface="Arial" charset="0"/>
              <a:ea typeface="굴림" pitchFamily="50" charset="-127"/>
            </a:endParaRPr>
          </a:p>
        </p:txBody>
      </p:sp>
      <p:sp>
        <p:nvSpPr>
          <p:cNvPr id="19" name="AutoShape 9"/>
          <p:cNvSpPr>
            <a:spLocks noChangeArrowheads="1"/>
          </p:cNvSpPr>
          <p:nvPr userDrawn="1"/>
        </p:nvSpPr>
        <p:spPr bwMode="ltGray">
          <a:xfrm>
            <a:off x="228600" y="153988"/>
            <a:ext cx="8686800" cy="644525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8575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8153400" y="6592888"/>
            <a:ext cx="762000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latinLnBrk="1">
              <a:defRPr/>
            </a:pPr>
            <a:fld id="{6E017702-9DC3-49E9-BF1A-7FFFD887912F}" type="slidenum">
              <a:rPr lang="ko-KR" altLang="en-US" sz="1100" smtClean="0">
                <a:solidFill>
                  <a:srgbClr val="98480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 latinLnBrk="1">
                <a:defRPr/>
              </a:pPr>
              <a:t>‹#›</a:t>
            </a:fld>
            <a:r>
              <a:rPr lang="en-US" altLang="ko-KR" sz="1100" dirty="0">
                <a:solidFill>
                  <a:srgbClr val="98480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/28</a:t>
            </a:r>
          </a:p>
        </p:txBody>
      </p:sp>
      <p:sp>
        <p:nvSpPr>
          <p:cNvPr id="1031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14400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  <a:endParaRPr lang="en-US" altLang="ko-KR"/>
          </a:p>
          <a:p>
            <a:pPr lvl="1"/>
            <a:r>
              <a:rPr lang="en-US" altLang="ko-KR"/>
              <a:t>2</a:t>
            </a:r>
            <a:r>
              <a:rPr lang="ko-KR" altLang="en-US"/>
              <a:t>단계</a:t>
            </a:r>
            <a:endParaRPr lang="en-US" altLang="ko-KR"/>
          </a:p>
          <a:p>
            <a:pPr lvl="2"/>
            <a:r>
              <a:rPr lang="ko-KR" altLang="en-US"/>
              <a:t>셋째 수준</a:t>
            </a:r>
          </a:p>
          <a:p>
            <a:pPr lvl="2"/>
            <a:endParaRPr lang="en-US" altLang="ko-KR"/>
          </a:p>
        </p:txBody>
      </p:sp>
      <p:sp>
        <p:nvSpPr>
          <p:cNvPr id="1032" name="제목 개체 틀 23"/>
          <p:cNvSpPr>
            <a:spLocks noGrp="1"/>
          </p:cNvSpPr>
          <p:nvPr>
            <p:ph type="title"/>
          </p:nvPr>
        </p:nvSpPr>
        <p:spPr bwMode="auto">
          <a:xfrm>
            <a:off x="304800" y="169863"/>
            <a:ext cx="8459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5" r:id="rId2"/>
    <p:sldLayoutId id="2147483856" r:id="rId3"/>
    <p:sldLayoutId id="2147483859" r:id="rId4"/>
    <p:sldLayoutId id="2147483860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bg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266700" indent="-266700" algn="l" rtl="0" eaLnBrk="0" fontAlgn="base" latinLnBrk="1" hangingPunct="0">
        <a:spcBef>
          <a:spcPct val="20000"/>
        </a:spcBef>
        <a:spcAft>
          <a:spcPts val="600"/>
        </a:spcAft>
        <a:buClr>
          <a:srgbClr val="888128"/>
        </a:buClr>
        <a:buSzPct val="95000"/>
        <a:buFont typeface="Wingdings" panose="05000000000000000000" pitchFamily="2" charset="2"/>
        <a:buChar char=""/>
        <a:defRPr sz="2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444500" indent="-174625" algn="l" rtl="0" eaLnBrk="0" fontAlgn="base" latinLnBrk="1" hangingPunct="0">
        <a:spcBef>
          <a:spcPct val="20000"/>
        </a:spcBef>
        <a:spcAft>
          <a:spcPct val="0"/>
        </a:spcAft>
        <a:buClr>
          <a:srgbClr val="99660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2pPr>
      <a:lvl3pPr marL="627063" indent="-182563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9525" y="4267200"/>
            <a:ext cx="9153525" cy="838200"/>
          </a:xfrm>
        </p:spPr>
        <p:txBody>
          <a:bodyPr/>
          <a:lstStyle/>
          <a:p>
            <a:r>
              <a:rPr lang="en-US" altLang="ko-KR" sz="4000" dirty="0">
                <a:latin typeface="Bauhaus 93" panose="04030905020B02020C02" pitchFamily="82" charset="0"/>
              </a:rPr>
              <a:t>Ch3_Metro</a:t>
            </a:r>
            <a:r>
              <a:rPr lang="ko-KR" altLang="en-US" sz="4000" dirty="0">
                <a:latin typeface="Bauhaus 93" panose="04030905020B02020C02" pitchFamily="82" charset="0"/>
              </a:rPr>
              <a:t> </a:t>
            </a:r>
            <a:r>
              <a:rPr lang="en-US" altLang="ko-KR" sz="4000" dirty="0">
                <a:latin typeface="Bauhaus 93" panose="04030905020B02020C02" pitchFamily="82" charset="0"/>
              </a:rPr>
              <a:t>Ethernet</a:t>
            </a:r>
            <a:endParaRPr lang="ko-KR" altLang="en-US" sz="4000" dirty="0">
              <a:latin typeface="Bauhaus 93" panose="04030905020B02020C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20" y="6504057"/>
            <a:ext cx="461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It is prohibited to modify and distribute the contents of this material without permission. 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All copyrights belong to 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Life and Power Press - </a:t>
            </a:r>
            <a:r>
              <a:rPr lang="ko-KR" altLang="en-US" sz="800" i="1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생능출판사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’.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111"/>
          <p:cNvSpPr>
            <a:spLocks noChangeArrowheads="1"/>
          </p:cNvSpPr>
          <p:nvPr/>
        </p:nvSpPr>
        <p:spPr bwMode="auto">
          <a:xfrm>
            <a:off x="2055700" y="1512080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2" name="AutoShape 112"/>
          <p:cNvSpPr>
            <a:spLocks noChangeArrowheads="1"/>
          </p:cNvSpPr>
          <p:nvPr/>
        </p:nvSpPr>
        <p:spPr bwMode="auto">
          <a:xfrm>
            <a:off x="2075248" y="1525093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This chapter is …..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Rectangle 113"/>
          <p:cNvSpPr>
            <a:spLocks noChangeArrowheads="1"/>
          </p:cNvSpPr>
          <p:nvPr/>
        </p:nvSpPr>
        <p:spPr bwMode="auto">
          <a:xfrm>
            <a:off x="673717" y="1513989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latinLnBrk="0">
              <a:defRPr/>
            </a:pP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611560" y="2066924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73717" y="2529870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373" y="2074005"/>
            <a:ext cx="486991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2060"/>
                </a:solidFill>
                <a:latin typeface="Bauhaus 93" panose="04030905020B02020C02" pitchFamily="82" charset="0"/>
                <a:ea typeface="맑은 고딕" panose="020B0503020000020004" pitchFamily="50" charset="-127"/>
              </a:rPr>
              <a:t>Objectives:  Learning…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592" y="2652578"/>
            <a:ext cx="7488832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latinLnBrk="1">
              <a:lnSpc>
                <a:spcPct val="200000"/>
              </a:lnSpc>
              <a:buFont typeface="맑은 고딕" panose="020B0503020000020004" pitchFamily="50" charset="-127"/>
              <a:buChar char="◈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What is a MAN(Metro Area Network) and what topology does it have?</a:t>
            </a:r>
          </a:p>
          <a:p>
            <a:pPr marL="285750" indent="-285750" latinLnBrk="1">
              <a:lnSpc>
                <a:spcPct val="200000"/>
              </a:lnSpc>
              <a:buFont typeface="맑은 고딕" panose="020B0503020000020004" pitchFamily="50" charset="-127"/>
              <a:buChar char="◈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 – Features, Technology, and Issues</a:t>
            </a:r>
          </a:p>
          <a:p>
            <a:pPr marL="285750" indent="-285750" latinLnBrk="1">
              <a:lnSpc>
                <a:spcPct val="200000"/>
              </a:lnSpc>
              <a:buFont typeface="맑은 고딕" panose="020B0503020000020004" pitchFamily="50" charset="-127"/>
              <a:buChar char="◈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 - Concept and Background</a:t>
            </a:r>
          </a:p>
          <a:p>
            <a:pPr marL="285750" indent="-285750" latinLnBrk="1">
              <a:lnSpc>
                <a:spcPct val="200000"/>
              </a:lnSpc>
              <a:buFont typeface="맑은 고딕" panose="020B0503020000020004" pitchFamily="50" charset="-127"/>
              <a:buChar char="◈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 - Features and Configurations</a:t>
            </a:r>
          </a:p>
          <a:p>
            <a:pPr marL="285750" indent="-285750" latinLnBrk="1">
              <a:lnSpc>
                <a:spcPct val="200000"/>
              </a:lnSpc>
              <a:buFont typeface="맑은 고딕" panose="020B0503020000020004" pitchFamily="50" charset="-127"/>
              <a:buChar char="◈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What is required to deploy Metro Ethernet?</a:t>
            </a:r>
            <a:endParaRPr lang="ko-KR" altLang="ko-KR" sz="14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4000" y="2171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endParaRPr kumimoji="0" lang="en-US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304800" y="119100"/>
            <a:ext cx="8459788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4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  <a:ea typeface="굴림" panose="020B0600000101010101" pitchFamily="50" charset="-127"/>
              </a:rPr>
              <a:t>Opening …</a:t>
            </a:r>
            <a:endParaRPr lang="en-US" altLang="ko-KR" sz="4000" b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uhaus 93" panose="04030905020B02020C02" pitchFamily="82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01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78" name="AutoShape 46"/>
          <p:cNvSpPr>
            <a:spLocks noChangeArrowheads="1"/>
          </p:cNvSpPr>
          <p:nvPr/>
        </p:nvSpPr>
        <p:spPr bwMode="ltGray">
          <a:xfrm rot="5400000">
            <a:off x="-2422526" y="147478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ko-KR" altLang="en-US"/>
          </a:p>
        </p:txBody>
      </p:sp>
      <p:sp>
        <p:nvSpPr>
          <p:cNvPr id="69679" name="AutoShape 47"/>
          <p:cNvSpPr>
            <a:spLocks noChangeArrowheads="1"/>
          </p:cNvSpPr>
          <p:nvPr/>
        </p:nvSpPr>
        <p:spPr bwMode="ltGray">
          <a:xfrm rot="5400000" flipH="1">
            <a:off x="-2016918" y="1910556"/>
            <a:ext cx="4032250" cy="3929063"/>
          </a:xfrm>
          <a:custGeom>
            <a:avLst/>
            <a:gdLst>
              <a:gd name="G0" fmla="+- 56 0 0"/>
              <a:gd name="G1" fmla="+- 11796480 0 0"/>
              <a:gd name="G2" fmla="+- 0 0 11796480"/>
              <a:gd name="T0" fmla="*/ 0 256 1"/>
              <a:gd name="T1" fmla="*/ 180 256 1"/>
              <a:gd name="G3" fmla="+- 11796480 T0 T1"/>
              <a:gd name="T2" fmla="*/ 0 256 1"/>
              <a:gd name="T3" fmla="*/ 90 256 1"/>
              <a:gd name="G4" fmla="+- 11796480 T2 T3"/>
              <a:gd name="G5" fmla="*/ G4 2 1"/>
              <a:gd name="T4" fmla="*/ 90 256 1"/>
              <a:gd name="T5" fmla="*/ 0 256 1"/>
              <a:gd name="G6" fmla="+- 11796480 T4 T5"/>
              <a:gd name="G7" fmla="*/ G6 2 1"/>
              <a:gd name="G8" fmla="abs 1179648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56"/>
              <a:gd name="G18" fmla="*/ 56 1 2"/>
              <a:gd name="G19" fmla="+- G18 5400 0"/>
              <a:gd name="G20" fmla="cos G19 11796480"/>
              <a:gd name="G21" fmla="sin G19 11796480"/>
              <a:gd name="G22" fmla="+- G20 10800 0"/>
              <a:gd name="G23" fmla="+- G21 10800 0"/>
              <a:gd name="G24" fmla="+- 10800 0 G20"/>
              <a:gd name="G25" fmla="+- 56 10800 0"/>
              <a:gd name="G26" fmla="?: G9 G17 G25"/>
              <a:gd name="G27" fmla="?: G9 0 21600"/>
              <a:gd name="G28" fmla="cos 10800 11796480"/>
              <a:gd name="G29" fmla="sin 10800 11796480"/>
              <a:gd name="G30" fmla="sin 56 11796480"/>
              <a:gd name="G31" fmla="+- G28 10800 0"/>
              <a:gd name="G32" fmla="+- G29 10800 0"/>
              <a:gd name="G33" fmla="+- G30 10800 0"/>
              <a:gd name="G34" fmla="?: G4 0 G31"/>
              <a:gd name="G35" fmla="?: 11796480 G34 0"/>
              <a:gd name="G36" fmla="?: G6 G35 G31"/>
              <a:gd name="G37" fmla="+- 21600 0 G36"/>
              <a:gd name="G38" fmla="?: G4 0 G33"/>
              <a:gd name="G39" fmla="?: 1179648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5372 w 21600"/>
              <a:gd name="T15" fmla="*/ 10800 h 21600"/>
              <a:gd name="T16" fmla="*/ 10800 w 21600"/>
              <a:gd name="T17" fmla="*/ 10744 h 21600"/>
              <a:gd name="T18" fmla="*/ 16228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gradFill rotWithShape="1">
            <a:gsLst>
              <a:gs pos="0">
                <a:schemeClr val="hlink">
                  <a:alpha val="36000"/>
                </a:schemeClr>
              </a:gs>
              <a:gs pos="100000">
                <a:schemeClr val="hlink">
                  <a:gamma/>
                  <a:tint val="3372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ko-KR" altLang="en-US"/>
          </a:p>
        </p:txBody>
      </p:sp>
      <p:grpSp>
        <p:nvGrpSpPr>
          <p:cNvPr id="15366" name="그룹 1"/>
          <p:cNvGrpSpPr>
            <a:grpSpLocks/>
          </p:cNvGrpSpPr>
          <p:nvPr/>
        </p:nvGrpSpPr>
        <p:grpSpPr bwMode="auto">
          <a:xfrm>
            <a:off x="1399160" y="1820863"/>
            <a:ext cx="4718050" cy="508000"/>
            <a:chOff x="1447800" y="1820863"/>
            <a:chExt cx="4718812" cy="508000"/>
          </a:xfrm>
        </p:grpSpPr>
        <p:sp>
          <p:nvSpPr>
            <p:cNvPr id="15404" name="AutoShape 52"/>
            <p:cNvSpPr>
              <a:spLocks noChangeArrowheads="1"/>
            </p:cNvSpPr>
            <p:nvPr/>
          </p:nvSpPr>
          <p:spPr bwMode="gray">
            <a:xfrm>
              <a:off x="1747012" y="18208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FFFF"/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14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MAN</a:t>
              </a:r>
              <a:r>
                <a:rPr lang="ko-KR" altLang="en-US" sz="1400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Overview</a:t>
              </a:r>
              <a:endParaRPr lang="en-US" altLang="ko-KR" sz="14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5405" name="Group 53"/>
            <p:cNvGrpSpPr>
              <a:grpSpLocks/>
            </p:cNvGrpSpPr>
            <p:nvPr/>
          </p:nvGrpSpPr>
          <p:grpSpPr bwMode="auto">
            <a:xfrm>
              <a:off x="1447800" y="1884363"/>
              <a:ext cx="381000" cy="381000"/>
              <a:chOff x="2078" y="1680"/>
              <a:chExt cx="1615" cy="1615"/>
            </a:xfrm>
          </p:grpSpPr>
          <p:sp>
            <p:nvSpPr>
              <p:cNvPr id="15406" name="Oval 54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407" name="Oval 55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69688" name="Oval 56"/>
              <p:cNvSpPr>
                <a:spLocks noChangeArrowheads="1"/>
              </p:cNvSpPr>
              <p:nvPr/>
            </p:nvSpPr>
            <p:spPr bwMode="gray">
              <a:xfrm>
                <a:off x="2253" y="1855"/>
                <a:ext cx="1265" cy="1265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409" name="Oval 57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FFCC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69690" name="Oval 58"/>
              <p:cNvSpPr>
                <a:spLocks noChangeArrowheads="1"/>
              </p:cNvSpPr>
              <p:nvPr/>
            </p:nvSpPr>
            <p:spPr bwMode="gray">
              <a:xfrm>
                <a:off x="2334" y="1936"/>
                <a:ext cx="1097" cy="110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411" name="Oval 59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7C63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</p:grpSp>
      </p:grpSp>
      <p:grpSp>
        <p:nvGrpSpPr>
          <p:cNvPr id="15367" name="그룹 2"/>
          <p:cNvGrpSpPr>
            <a:grpSpLocks/>
          </p:cNvGrpSpPr>
          <p:nvPr/>
        </p:nvGrpSpPr>
        <p:grpSpPr bwMode="auto">
          <a:xfrm>
            <a:off x="2123728" y="3621087"/>
            <a:ext cx="4724400" cy="508000"/>
            <a:chOff x="1981200" y="2590800"/>
            <a:chExt cx="4724400" cy="508000"/>
          </a:xfrm>
        </p:grpSpPr>
        <p:sp>
          <p:nvSpPr>
            <p:cNvPr id="15396" name="AutoShape 51"/>
            <p:cNvSpPr>
              <a:spLocks noChangeArrowheads="1"/>
            </p:cNvSpPr>
            <p:nvPr/>
          </p:nvSpPr>
          <p:spPr bwMode="gray">
            <a:xfrm>
              <a:off x="2286000" y="2590800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FFFF"/>
                      </a:gs>
                      <a:gs pos="100000">
                        <a:schemeClr val="hlink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14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en-US" altLang="ko-KR" sz="1400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Current</a:t>
              </a:r>
              <a:r>
                <a:rPr lang="en-US" altLang="ko-KR" sz="14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MAN</a:t>
              </a:r>
            </a:p>
          </p:txBody>
        </p:sp>
        <p:grpSp>
          <p:nvGrpSpPr>
            <p:cNvPr id="15397" name="Group 60"/>
            <p:cNvGrpSpPr>
              <a:grpSpLocks/>
            </p:cNvGrpSpPr>
            <p:nvPr/>
          </p:nvGrpSpPr>
          <p:grpSpPr bwMode="auto">
            <a:xfrm>
              <a:off x="1981200" y="2654300"/>
              <a:ext cx="381000" cy="381000"/>
              <a:chOff x="2078" y="1680"/>
              <a:chExt cx="1615" cy="1615"/>
            </a:xfrm>
          </p:grpSpPr>
          <p:sp>
            <p:nvSpPr>
              <p:cNvPr id="15398" name="Oval 61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399" name="Oval 62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69695" name="Oval 63"/>
              <p:cNvSpPr>
                <a:spLocks noChangeArrowheads="1"/>
              </p:cNvSpPr>
              <p:nvPr/>
            </p:nvSpPr>
            <p:spPr bwMode="gray">
              <a:xfrm>
                <a:off x="2253" y="1855"/>
                <a:ext cx="1265" cy="1265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401" name="Oval 64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48BE67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69697" name="Oval 65"/>
              <p:cNvSpPr>
                <a:spLocks noChangeArrowheads="1"/>
              </p:cNvSpPr>
              <p:nvPr/>
            </p:nvSpPr>
            <p:spPr bwMode="gray">
              <a:xfrm>
                <a:off x="2334" y="1936"/>
                <a:ext cx="1097" cy="110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403" name="Oval 66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48BE67"/>
                  </a:gs>
                  <a:gs pos="100000">
                    <a:srgbClr val="235C3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</p:grpSp>
      </p:grpSp>
      <p:grpSp>
        <p:nvGrpSpPr>
          <p:cNvPr id="15368" name="그룹 3"/>
          <p:cNvGrpSpPr>
            <a:grpSpLocks/>
          </p:cNvGrpSpPr>
          <p:nvPr/>
        </p:nvGrpSpPr>
        <p:grpSpPr bwMode="auto">
          <a:xfrm>
            <a:off x="1417294" y="5370564"/>
            <a:ext cx="4724400" cy="508000"/>
            <a:chOff x="2133600" y="3459163"/>
            <a:chExt cx="4724400" cy="508000"/>
          </a:xfrm>
        </p:grpSpPr>
        <p:sp>
          <p:nvSpPr>
            <p:cNvPr id="15388" name="AutoShape 50"/>
            <p:cNvSpPr>
              <a:spLocks noChangeArrowheads="1"/>
            </p:cNvSpPr>
            <p:nvPr/>
          </p:nvSpPr>
          <p:spPr bwMode="gray">
            <a:xfrm>
              <a:off x="2438400" y="34591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FFFF"/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1400" b="1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Metro Ethernet</a:t>
              </a:r>
            </a:p>
          </p:txBody>
        </p:sp>
        <p:grpSp>
          <p:nvGrpSpPr>
            <p:cNvPr id="15389" name="Group 67"/>
            <p:cNvGrpSpPr>
              <a:grpSpLocks/>
            </p:cNvGrpSpPr>
            <p:nvPr/>
          </p:nvGrpSpPr>
          <p:grpSpPr bwMode="auto">
            <a:xfrm>
              <a:off x="2133600" y="3522663"/>
              <a:ext cx="381000" cy="381000"/>
              <a:chOff x="2078" y="1680"/>
              <a:chExt cx="1615" cy="1615"/>
            </a:xfrm>
          </p:grpSpPr>
          <p:sp>
            <p:nvSpPr>
              <p:cNvPr id="15390" name="Oval 68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391" name="Oval 69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69702" name="Oval 70"/>
              <p:cNvSpPr>
                <a:spLocks noChangeArrowheads="1"/>
              </p:cNvSpPr>
              <p:nvPr/>
            </p:nvSpPr>
            <p:spPr bwMode="gray">
              <a:xfrm>
                <a:off x="2253" y="1855"/>
                <a:ext cx="1265" cy="1265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393" name="Oval 71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0F5368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69704" name="Oval 72"/>
              <p:cNvSpPr>
                <a:spLocks noChangeArrowheads="1"/>
              </p:cNvSpPr>
              <p:nvPr/>
            </p:nvSpPr>
            <p:spPr bwMode="gray">
              <a:xfrm>
                <a:off x="2334" y="1936"/>
                <a:ext cx="1097" cy="110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  <p:sp>
            <p:nvSpPr>
              <p:cNvPr id="15395" name="Oval 73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10576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457200" y="188640"/>
            <a:ext cx="8459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4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  <a:ea typeface="굴림" panose="020B0600000101010101" pitchFamily="50" charset="-127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46485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111"/>
          <p:cNvSpPr>
            <a:spLocks noChangeArrowheads="1"/>
          </p:cNvSpPr>
          <p:nvPr/>
        </p:nvSpPr>
        <p:spPr bwMode="auto">
          <a:xfrm>
            <a:off x="2012951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2" name="AutoShape 112"/>
          <p:cNvSpPr>
            <a:spLocks noChangeArrowheads="1"/>
          </p:cNvSpPr>
          <p:nvPr/>
        </p:nvSpPr>
        <p:spPr bwMode="auto">
          <a:xfrm>
            <a:off x="2032499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Rectangle 113"/>
          <p:cNvSpPr>
            <a:spLocks noChangeArrowheads="1"/>
          </p:cNvSpPr>
          <p:nvPr/>
        </p:nvSpPr>
        <p:spPr bwMode="auto">
          <a:xfrm>
            <a:off x="630968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568811" y="1652040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30968" y="2114986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5624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r>
              <a:rPr lang="ko-KR" altLang="en-US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en-US" altLang="ko-KR" sz="1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6844" y="2237694"/>
            <a:ext cx="7728382" cy="1585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71463" indent="-27146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MAN: Metropolitan Area Network</a:t>
            </a:r>
          </a:p>
          <a:p>
            <a:pPr marL="625475" lvl="1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Connects subscriber networks (e.g., businesses and homes) across a metropolitan area</a:t>
            </a:r>
          </a:p>
          <a:p>
            <a:pPr marL="625475" lvl="1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Provides connectivity between subscriber networks and the backbone network</a:t>
            </a:r>
          </a:p>
          <a:p>
            <a:pPr marL="271463" indent="-27146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Definition</a:t>
            </a:r>
            <a:endParaRPr lang="ko-KR" altLang="en-US" sz="12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5475" lvl="1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LAN-to-LAN connectivity</a:t>
            </a:r>
          </a:p>
          <a:p>
            <a:pPr marL="625475" lvl="1" indent="-2635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Provides a path to the backbone network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4754" name="Picture 2" descr="관련 이미지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336" y="3510992"/>
            <a:ext cx="2947296" cy="225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946" y="4049231"/>
            <a:ext cx="2110373" cy="171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3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2012" y="1737782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4169" y="2200728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8825" y="1826340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2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 Topology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044" y="2323436"/>
            <a:ext cx="7488832" cy="1061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DQDB(Distributed Queue Dual Bus)</a:t>
            </a:r>
          </a:p>
          <a:p>
            <a:pPr marL="628650" lvl="1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Facilitates communication between multiple LANs</a:t>
            </a:r>
          </a:p>
          <a:p>
            <a:pPr marL="628650" lvl="1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Uses a dual-bus structure</a:t>
            </a:r>
          </a:p>
          <a:p>
            <a:pPr marL="628650" lvl="1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Can be configured in a ring topology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AutoShape 111"/>
          <p:cNvSpPr>
            <a:spLocks noChangeArrowheads="1"/>
          </p:cNvSpPr>
          <p:nvPr/>
        </p:nvSpPr>
        <p:spPr bwMode="auto">
          <a:xfrm>
            <a:off x="2036152" y="1182938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055700" y="1195951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54169" y="1184847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47207" y="5486694"/>
            <a:ext cx="1575175" cy="1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(a) Dual Bus Topology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123008" y="5492205"/>
            <a:ext cx="1710190" cy="2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(b) Dual Ring Topology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07" y="3920537"/>
            <a:ext cx="3410426" cy="146705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567" y="3047954"/>
            <a:ext cx="2676899" cy="2438740"/>
          </a:xfrm>
          <a:prstGeom prst="rect">
            <a:avLst/>
          </a:prstGeom>
        </p:spPr>
      </p:pic>
      <p:sp>
        <p:nvSpPr>
          <p:cNvPr id="23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74514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34063" y="1640936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96220" y="2103882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876" y="1729494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2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 Topology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95" y="2226590"/>
            <a:ext cx="7488832" cy="1061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71463" indent="-27146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MAN typically uses a ring topology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MAN consists of two main network segments:</a:t>
            </a:r>
          </a:p>
          <a:p>
            <a:pPr lvl="1">
              <a:spcAft>
                <a:spcPts val="600"/>
              </a:spcAft>
            </a:pPr>
            <a:r>
              <a:rPr lang="ko-KR" altLang="en-US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　　</a:t>
            </a: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Metro Access: Connects subscribers to the metro network</a:t>
            </a:r>
          </a:p>
          <a:p>
            <a:pPr lvl="1">
              <a:spcAft>
                <a:spcPts val="600"/>
              </a:spcAft>
            </a:pPr>
            <a:r>
              <a:rPr lang="ko-KR" altLang="en-US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　　</a:t>
            </a: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Metro Core: Connects metro access networks to the backbone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2078203" y="1086092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097751" y="1099105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96220" y="1088001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82102" y="3476519"/>
            <a:ext cx="1563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POP: Point of Presence</a:t>
            </a:r>
          </a:p>
          <a:p>
            <a:r>
              <a:rPr lang="en-US" sz="1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CO: Central Office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5A4168F-23E7-AD38-F65B-438E212045F3}"/>
              </a:ext>
            </a:extLst>
          </p:cNvPr>
          <p:cNvGrpSpPr/>
          <p:nvPr/>
        </p:nvGrpSpPr>
        <p:grpSpPr>
          <a:xfrm>
            <a:off x="2189710" y="3366159"/>
            <a:ext cx="5515860" cy="2459507"/>
            <a:chOff x="2167207" y="3792147"/>
            <a:chExt cx="5515860" cy="245950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801F0C6-9244-03FF-7E4F-B2767E11E5F7}"/>
                </a:ext>
              </a:extLst>
            </p:cNvPr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67207" y="3792147"/>
              <a:ext cx="5470855" cy="245950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F35D31-EA07-9CA6-D47D-501906B629AE}"/>
                </a:ext>
              </a:extLst>
            </p:cNvPr>
            <p:cNvSpPr/>
            <p:nvPr/>
          </p:nvSpPr>
          <p:spPr>
            <a:xfrm>
              <a:off x="2366755" y="5859270"/>
              <a:ext cx="1080120" cy="1800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Access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1C26ED6-60CA-AD3A-3F98-2C4500D6EFA4}"/>
                </a:ext>
              </a:extLst>
            </p:cNvPr>
            <p:cNvSpPr/>
            <p:nvPr/>
          </p:nvSpPr>
          <p:spPr>
            <a:xfrm>
              <a:off x="3806915" y="5947902"/>
              <a:ext cx="900100" cy="18277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Access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C97A8C8-2DB6-CCF7-F844-CF8D759BFB80}"/>
                </a:ext>
              </a:extLst>
            </p:cNvPr>
            <p:cNvSpPr/>
            <p:nvPr/>
          </p:nvSpPr>
          <p:spPr>
            <a:xfrm>
              <a:off x="3845389" y="3962528"/>
              <a:ext cx="900100" cy="18277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Access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BA9CDC2-9695-D5B4-4D8D-99A71C7D28B0}"/>
                </a:ext>
              </a:extLst>
            </p:cNvPr>
            <p:cNvSpPr/>
            <p:nvPr/>
          </p:nvSpPr>
          <p:spPr>
            <a:xfrm>
              <a:off x="5294611" y="3980146"/>
              <a:ext cx="900100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Core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579A06E-6877-8A23-C88D-0C3108432AA8}"/>
                </a:ext>
              </a:extLst>
            </p:cNvPr>
            <p:cNvSpPr/>
            <p:nvPr/>
          </p:nvSpPr>
          <p:spPr>
            <a:xfrm>
              <a:off x="5294611" y="5947902"/>
              <a:ext cx="900100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Core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B9397E8-7D83-75D9-58F5-902931FB6018}"/>
                </a:ext>
              </a:extLst>
            </p:cNvPr>
            <p:cNvSpPr/>
            <p:nvPr/>
          </p:nvSpPr>
          <p:spPr>
            <a:xfrm>
              <a:off x="7092280" y="4734145"/>
              <a:ext cx="590787" cy="405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Core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4A21B44-79A0-78A3-1DAA-8467A956C405}"/>
                </a:ext>
              </a:extLst>
            </p:cNvPr>
            <p:cNvSpPr/>
            <p:nvPr/>
          </p:nvSpPr>
          <p:spPr>
            <a:xfrm>
              <a:off x="3809078" y="4869160"/>
              <a:ext cx="900100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Core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BF07526-B942-04FF-F3E7-B9AD91388FF1}"/>
                </a:ext>
              </a:extLst>
            </p:cNvPr>
            <p:cNvSpPr/>
            <p:nvPr/>
          </p:nvSpPr>
          <p:spPr>
            <a:xfrm>
              <a:off x="4617005" y="5184195"/>
              <a:ext cx="565149" cy="45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POP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D7C091-169C-2AE1-7872-B136BD58030B}"/>
                </a:ext>
              </a:extLst>
            </p:cNvPr>
            <p:cNvSpPr/>
            <p:nvPr/>
          </p:nvSpPr>
          <p:spPr>
            <a:xfrm>
              <a:off x="5472100" y="4644135"/>
              <a:ext cx="565149" cy="45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POP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E7870D7-D317-2277-67C6-3AE9380877DF}"/>
                </a:ext>
              </a:extLst>
            </p:cNvPr>
            <p:cNvSpPr/>
            <p:nvPr/>
          </p:nvSpPr>
          <p:spPr>
            <a:xfrm>
              <a:off x="6527131" y="5184195"/>
              <a:ext cx="565149" cy="45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POP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F36A61D-AEC3-9382-ADA3-3ED322553547}"/>
                </a:ext>
              </a:extLst>
            </p:cNvPr>
            <p:cNvSpPr/>
            <p:nvPr/>
          </p:nvSpPr>
          <p:spPr>
            <a:xfrm>
              <a:off x="5961982" y="5362520"/>
              <a:ext cx="565149" cy="45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Metro POP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A121B90-1BCF-844F-B10C-A83264E201AD}"/>
                </a:ext>
              </a:extLst>
            </p:cNvPr>
            <p:cNvSpPr/>
            <p:nvPr/>
          </p:nvSpPr>
          <p:spPr>
            <a:xfrm>
              <a:off x="5722815" y="5080995"/>
              <a:ext cx="770807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Backbone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3353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49403" y="1692536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11560" y="2155482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6215" y="1781094"/>
            <a:ext cx="6983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DQDB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(Distributed Queue Dual Bus) - Legacy MAN Technology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4137789" y="2438835"/>
            <a:ext cx="4237268" cy="3372028"/>
            <a:chOff x="2195736" y="4315429"/>
            <a:chExt cx="4536504" cy="3610564"/>
          </a:xfrm>
        </p:grpSpPr>
        <p:pic>
          <p:nvPicPr>
            <p:cNvPr id="13" name="그림 12" descr="DQDB에 대한 이미지 검색결과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56137" y="4624601"/>
              <a:ext cx="4248472" cy="2967682"/>
            </a:xfrm>
            <a:prstGeom prst="rect">
              <a:avLst/>
            </a:prstGeom>
            <a:noFill/>
            <a:ln>
              <a:noFill/>
            </a:ln>
            <a:effectLst>
              <a:outerShdw dist="50800" dir="5400000" algn="ctr" rotWithShape="0">
                <a:srgbClr val="000000">
                  <a:alpha val="52000"/>
                </a:srgbClr>
              </a:outerShdw>
              <a:softEdge rad="63500"/>
            </a:effectLst>
          </p:spPr>
        </p:pic>
        <p:sp>
          <p:nvSpPr>
            <p:cNvPr id="4" name="직사각형 3"/>
            <p:cNvSpPr/>
            <p:nvPr/>
          </p:nvSpPr>
          <p:spPr bwMode="auto">
            <a:xfrm>
              <a:off x="2195736" y="4315429"/>
              <a:ext cx="4536504" cy="361056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37434" y="2278190"/>
            <a:ext cx="6237693" cy="15850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 early MAN technology standardized as IEEE 802.6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Uses two unidirectional buses operating in opposite directions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Uses fixed-size slots for data transmission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Designed to interconnect LANs across metropolitan areas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Historically supported data rates up to 155 Mbps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Largely replaced by Ethernet-based MAN technologies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AutoShape 111"/>
          <p:cNvSpPr>
            <a:spLocks noChangeArrowheads="1"/>
          </p:cNvSpPr>
          <p:nvPr/>
        </p:nvSpPr>
        <p:spPr bwMode="auto">
          <a:xfrm>
            <a:off x="1993543" y="1137692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013091" y="1150705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11560" y="1139601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722325" y="4385624"/>
            <a:ext cx="5130570" cy="1549307"/>
            <a:chOff x="4842030" y="2888940"/>
            <a:chExt cx="5600891" cy="171093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2030" y="2888940"/>
              <a:ext cx="5600891" cy="1710935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4932040" y="2978950"/>
              <a:ext cx="900100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9542821" y="4149080"/>
              <a:ext cx="900100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755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27579" y="1652040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89736" y="2114986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4391" y="1740598"/>
            <a:ext cx="5993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DQDB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(Distributed Queue Dual Bus) - </a:t>
            </a: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DQDB Works</a:t>
            </a:r>
          </a:p>
          <a:p>
            <a:pPr marL="142875" indent="-342900">
              <a:buFont typeface="+mj-ea"/>
              <a:buAutoNum type="circleNumDbPlain" startAt="3"/>
            </a:pPr>
            <a:endParaRPr lang="en-US" altLang="ko-KR" sz="1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915611" y="2237694"/>
            <a:ext cx="7488832" cy="3277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Dual-Bus Structure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Uses two unidirectional buses operating in opposite directions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Each bus continuously carries fixed-size slots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Slot-Based Transmission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 node transmits data by using an available slot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Data travels only in the direction of the selected bus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Distributed Queue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Nodes request transmission opportunities through the opposite bus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Requests are managed as a distributed queue to provide fair access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This mechanism helps prevent starvation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Basic Operation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Request → Wait for Turn → Find Available Slot → Transmit Data</a:t>
            </a:r>
            <a:endParaRPr lang="ko-KR" altLang="en-US" sz="12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2071719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091267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89736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40184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2012" y="1607035"/>
            <a:ext cx="8064896" cy="5107330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4169" y="2069981"/>
            <a:ext cx="7926627" cy="455437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8825" y="1695593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DQDB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(Distributed Queue Dual Bus)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80044" y="2192689"/>
            <a:ext cx="7776864" cy="28161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DQDB</a:t>
            </a:r>
            <a:r>
              <a:rPr lang="ko-KR" altLang="en-US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Frame</a:t>
            </a:r>
            <a:r>
              <a:rPr lang="ko-KR" altLang="en-US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B (Busy): Indicates whether the slot is occupied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Slot Type (ST): Indicates the type of traffic carried by the slot (data or real-time traffic such as audio/video)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Reservation (R): Reserved for future use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PSR (Previous Slot Read): Indicates whether the slot was read by the previous node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RQ (Request): Uses 3 bits to request a slot with a specific priority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Address: Identifies the virtual channel (VCI)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Type: Indicates whether the MAC frame carries data or control information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Priority: Indicates the transmission priority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양신명조"/>
              </a:rPr>
              <a:t>• CRC (Cyclic Redundancy Check): Detects transmission errors</a:t>
            </a:r>
            <a:endParaRPr lang="ko-KR" altLang="en-US" sz="1200" spc="-1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2036152" y="1052191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7" name="AutoShape 112"/>
          <p:cNvSpPr>
            <a:spLocks noChangeArrowheads="1"/>
          </p:cNvSpPr>
          <p:nvPr/>
        </p:nvSpPr>
        <p:spPr bwMode="auto">
          <a:xfrm>
            <a:off x="2055700" y="1065204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54169" y="1054100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04" y="5205856"/>
            <a:ext cx="3783775" cy="1283484"/>
          </a:xfrm>
          <a:prstGeom prst="rect">
            <a:avLst/>
          </a:prstGeom>
        </p:spPr>
      </p:pic>
      <p:sp>
        <p:nvSpPr>
          <p:cNvPr id="12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340019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2012" y="1652040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4169" y="2114986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8825" y="1740598"/>
            <a:ext cx="6938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4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SMDS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(Switched Multimegabit Data Services) - Legacy MAN Technology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80044" y="2237693"/>
            <a:ext cx="5652628" cy="176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Designed for high-speed data communication over MANs and WANs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Provides connectionless, packet-switched data services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Supports data rates from 1.5 Mbps (T1) to 45 Mbps (T3)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Uses network switches to efficiently forward data between subscribers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Uses bandwidth more efficiently than traditional TDM-based networks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Subscribers connect to the SMDS network through Customer Premises Equipment (CPE), such as a router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AutoShape 111"/>
          <p:cNvSpPr>
            <a:spLocks noChangeArrowheads="1"/>
          </p:cNvSpPr>
          <p:nvPr/>
        </p:nvSpPr>
        <p:spPr bwMode="auto">
          <a:xfrm>
            <a:off x="2036152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055700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MAN (Metropolitan Area Network)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54169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Overview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5292080" y="2933945"/>
            <a:ext cx="3737962" cy="3075072"/>
            <a:chOff x="4858442" y="2960499"/>
            <a:chExt cx="3737962" cy="3075072"/>
          </a:xfrm>
        </p:grpSpPr>
        <p:pic>
          <p:nvPicPr>
            <p:cNvPr id="13" name="그림 12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858442" y="2960499"/>
              <a:ext cx="3737962" cy="3075072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5427095" y="4779150"/>
              <a:ext cx="1172661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Switching System</a:t>
              </a:r>
              <a:endPara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957265" y="5317832"/>
              <a:ext cx="609702" cy="182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Router</a:t>
              </a:r>
              <a:endPara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3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1. MAN Overview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145746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111"/>
          <p:cNvSpPr>
            <a:spLocks noChangeArrowheads="1"/>
          </p:cNvSpPr>
          <p:nvPr/>
        </p:nvSpPr>
        <p:spPr bwMode="auto">
          <a:xfrm>
            <a:off x="1983692" y="1066405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2" name="AutoShape 112"/>
          <p:cNvSpPr>
            <a:spLocks noChangeArrowheads="1"/>
          </p:cNvSpPr>
          <p:nvPr/>
        </p:nvSpPr>
        <p:spPr bwMode="auto">
          <a:xfrm>
            <a:off x="2003240" y="1079418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Rectangle 113"/>
          <p:cNvSpPr>
            <a:spLocks noChangeArrowheads="1"/>
          </p:cNvSpPr>
          <p:nvPr/>
        </p:nvSpPr>
        <p:spPr bwMode="auto">
          <a:xfrm>
            <a:off x="601709" y="1068314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539552" y="1621249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01709" y="2084195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6365" y="1709807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Role of Current MAN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27583" y="2206903"/>
            <a:ext cx="5607623" cy="2108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Connects subscriber networks to the backbone network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Aggregates traffic from multiple subscriber networks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high-speed connectivity within a metropolitan area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Handles local traffic within the metropolitan area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Traffic between subscriber networks can remain within the MAN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Only necessary traffic is forwarded to the backbone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Reduces traffic load on the backbone network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Improves overall network efficiency and backbone utilization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427095" y="3969060"/>
            <a:ext cx="3295988" cy="2471992"/>
            <a:chOff x="5483404" y="3203975"/>
            <a:chExt cx="3295988" cy="2471992"/>
          </a:xfrm>
        </p:grpSpPr>
        <p:pic>
          <p:nvPicPr>
            <p:cNvPr id="82946" name="Picture 2" descr="관련 이미지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404" y="3203975"/>
              <a:ext cx="3295988" cy="24719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/>
            <p:cNvSpPr/>
            <p:nvPr/>
          </p:nvSpPr>
          <p:spPr>
            <a:xfrm>
              <a:off x="7587335" y="3654024"/>
              <a:ext cx="801089" cy="139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911848" y="4644135"/>
              <a:ext cx="867544" cy="139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911849" y="5184195"/>
              <a:ext cx="688496" cy="139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366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44571" y="1519247"/>
            <a:ext cx="8064896" cy="50601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706728" y="1982193"/>
            <a:ext cx="7926627" cy="4507147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1384" y="1607805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2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r>
              <a:rPr lang="ko-KR" altLang="en-US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Configuration</a:t>
            </a:r>
            <a:endParaRPr lang="en-US" altLang="ko-KR" sz="1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932602" y="2104901"/>
            <a:ext cx="6597733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SONET/SDH Ring Architecture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Uses a high-speed optical ring to connect Central Offices (COs)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Traditionally based on TDM for carrying voice and data traffic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reliable and high-capacity transport across a metropolitan area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Add-Drop Multiplexer (ADM)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Connects each CO to the SONET/SDH ring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Add: Inserts local traffic from a CO into the ring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Drop: Extracts traffic destined for a CO from the ring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Bypass: Allows other traffic to pass through without processing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Efficient Traffic Transport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Each CO adds or drops only the traffic it needs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Other traffic continues through the ring 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 its destination</a:t>
            </a: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17005" y="4621887"/>
            <a:ext cx="4310380" cy="1955800"/>
          </a:xfrm>
          <a:prstGeom prst="rect">
            <a:avLst/>
          </a:prstGeom>
        </p:spPr>
      </p:pic>
      <p:sp>
        <p:nvSpPr>
          <p:cNvPr id="20" name="AutoShape 111"/>
          <p:cNvSpPr>
            <a:spLocks noChangeArrowheads="1"/>
          </p:cNvSpPr>
          <p:nvPr/>
        </p:nvSpPr>
        <p:spPr bwMode="auto">
          <a:xfrm>
            <a:off x="2088711" y="964403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3" name="AutoShape 112"/>
          <p:cNvSpPr>
            <a:spLocks noChangeArrowheads="1"/>
          </p:cNvSpPr>
          <p:nvPr/>
        </p:nvSpPr>
        <p:spPr bwMode="auto">
          <a:xfrm>
            <a:off x="2108259" y="977416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113"/>
          <p:cNvSpPr>
            <a:spLocks noChangeArrowheads="1"/>
          </p:cNvSpPr>
          <p:nvPr/>
        </p:nvSpPr>
        <p:spPr bwMode="auto">
          <a:xfrm>
            <a:off x="706728" y="966312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189475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39552" y="1652040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01709" y="2114986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6365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2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r>
              <a:rPr lang="ko-KR" altLang="en-US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Configuration</a:t>
            </a:r>
            <a:endParaRPr lang="en-US" altLang="ko-KR" sz="1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27584" y="2237694"/>
            <a:ext cx="7488832" cy="2893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Dual-Ring Architecture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SONET/SDH uses two fiber rings for reliable data transmission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One path carries normal traffic, while the other provides a protection path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The protection path can be used when the working path fails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Fast Failure Recovery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A link or node failure is quickly detected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Traffic is automatically switched to the protection path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SONET/SDH is designed to recover from failures within 50 </a:t>
            </a:r>
            <a:r>
              <a:rPr lang="en-US" altLang="ko-KR" sz="1200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ms</a:t>
            </a: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High Network Reliability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Ring protection minimizes service interruption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reliable transport for high-capacity MAN traffic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848912"/>
              </p:ext>
            </p:extLst>
          </p:nvPr>
        </p:nvGraphicFramePr>
        <p:xfrm>
          <a:off x="5828928" y="4410217"/>
          <a:ext cx="3243064" cy="1556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그림" r:id="rId2" imgW="5552959" imgH="2682980" progId="StaticMetafile">
                  <p:embed/>
                </p:oleObj>
              </mc:Choice>
              <mc:Fallback>
                <p:oleObj name="그림" r:id="rId2" imgW="5552959" imgH="2682980" progId="StaticMetafile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928" y="4410217"/>
                        <a:ext cx="3243064" cy="15562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1983692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7" name="AutoShape 112"/>
          <p:cNvSpPr>
            <a:spLocks noChangeArrowheads="1"/>
          </p:cNvSpPr>
          <p:nvPr/>
        </p:nvSpPr>
        <p:spPr bwMode="auto">
          <a:xfrm>
            <a:off x="2003240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113"/>
          <p:cNvSpPr>
            <a:spLocks noChangeArrowheads="1"/>
          </p:cNvSpPr>
          <p:nvPr/>
        </p:nvSpPr>
        <p:spPr bwMode="auto">
          <a:xfrm>
            <a:off x="601709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955371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1219" y="1652040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3376" y="2114986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8032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Problems with Traditional MANs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79250" y="2237694"/>
            <a:ext cx="7570692" cy="31036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Inefficient Use of Bandwidth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SONET/SDH was designed mainly for continuous voice traffic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TDM reserves bandwidth even when no data is being sent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Rapid Growth of Subscriber Bandwidth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Access networks became much faster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MANs became a bottleneck between subscribers and the backbone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Increasing Metropolitan Traffic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More servers and Internet services moved closer to users in large cities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This greatly increased traffic within MANs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Growth of Multimedia Traffic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Video, VoIP, and other multimedia services generated much more data traffic</a:t>
            </a:r>
            <a:endParaRPr lang="ko-KR" altLang="en-US" sz="12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2035359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054907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Rectangle 113"/>
          <p:cNvSpPr>
            <a:spLocks noChangeArrowheads="1"/>
          </p:cNvSpPr>
          <p:nvPr/>
        </p:nvSpPr>
        <p:spPr bwMode="auto">
          <a:xfrm>
            <a:off x="653376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230375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2012" y="1640936"/>
            <a:ext cx="8064896" cy="4803399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4169" y="2103882"/>
            <a:ext cx="7926627" cy="4250443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8825" y="1729494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Problems with Traditional MANs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80044" y="2226590"/>
            <a:ext cx="7488832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Inefficient Bandwidth Use in TDM-based SONET/SDH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Voice traffic is continuous, so reserved time slots are efficiently used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Data traffic is bursty, with periods of activity and inactivity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In TDM, time slots remain reserved even when no data is being transmitted</a:t>
            </a: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As a result, network bandwidth can be wasted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AutoShape 111"/>
          <p:cNvSpPr>
            <a:spLocks noChangeArrowheads="1"/>
          </p:cNvSpPr>
          <p:nvPr/>
        </p:nvSpPr>
        <p:spPr bwMode="auto">
          <a:xfrm>
            <a:off x="2036152" y="1086092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3" name="AutoShape 112"/>
          <p:cNvSpPr>
            <a:spLocks noChangeArrowheads="1"/>
          </p:cNvSpPr>
          <p:nvPr/>
        </p:nvSpPr>
        <p:spPr bwMode="auto">
          <a:xfrm>
            <a:off x="2055700" y="1099105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113"/>
          <p:cNvSpPr>
            <a:spLocks noChangeArrowheads="1"/>
          </p:cNvSpPr>
          <p:nvPr/>
        </p:nvSpPr>
        <p:spPr bwMode="auto">
          <a:xfrm>
            <a:off x="654169" y="1088001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28085A-F884-190F-67AD-8F4B9D95A086}"/>
              </a:ext>
            </a:extLst>
          </p:cNvPr>
          <p:cNvGrpSpPr/>
          <p:nvPr/>
        </p:nvGrpSpPr>
        <p:grpSpPr>
          <a:xfrm>
            <a:off x="1937951" y="4004952"/>
            <a:ext cx="4510995" cy="2136580"/>
            <a:chOff x="2267744" y="3879050"/>
            <a:chExt cx="4510995" cy="2136580"/>
          </a:xfrm>
        </p:grpSpPr>
        <p:pic>
          <p:nvPicPr>
            <p:cNvPr id="13" name="그림 12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267744" y="3879050"/>
              <a:ext cx="4464496" cy="2136580"/>
            </a:xfrm>
            <a:prstGeom prst="rect">
              <a:avLst/>
            </a:prstGeom>
            <a:ln w="9525">
              <a:noFill/>
            </a:ln>
          </p:spPr>
        </p:pic>
        <p:sp>
          <p:nvSpPr>
            <p:cNvPr id="12" name="직사각형 11"/>
            <p:cNvSpPr/>
            <p:nvPr/>
          </p:nvSpPr>
          <p:spPr>
            <a:xfrm>
              <a:off x="2951820" y="4239090"/>
              <a:ext cx="1307676" cy="1827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Voice Traffic Pattern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041830" y="5184195"/>
              <a:ext cx="1307676" cy="1827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Data Traffic Pattern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636785" y="5499230"/>
              <a:ext cx="1170130" cy="1827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Time Slot in Use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636785" y="5724255"/>
              <a:ext cx="1307676" cy="1827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Unused Time Slot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752020" y="4041685"/>
              <a:ext cx="522675" cy="15240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Traffic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752928" y="5004175"/>
              <a:ext cx="522675" cy="15240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Traffic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256064" y="4599130"/>
              <a:ext cx="522675" cy="15240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Time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209565" y="5571855"/>
              <a:ext cx="522675" cy="15240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Time</a:t>
              </a:r>
              <a:endPara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9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1302359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11560" y="1652040"/>
            <a:ext cx="8064896" cy="4927310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73717" y="2114986"/>
            <a:ext cx="7926627" cy="437435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373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Problems with Traditional MANs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99592" y="2237694"/>
            <a:ext cx="7488832" cy="2893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Rapid Growth of Network Speed</a:t>
            </a:r>
            <a:endParaRPr lang="ko-KR" altLang="en-US" sz="12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5600"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Subscriber Networks became much faster with broadband access and high-speed Ethernet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Aft>
                <a:spcPts val="600"/>
              </a:spcAft>
            </a:pP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Aft>
                <a:spcPts val="600"/>
              </a:spcAft>
            </a:pP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Aft>
                <a:spcPts val="600"/>
              </a:spcAft>
            </a:pP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Aft>
                <a:spcPts val="600"/>
              </a:spcAft>
            </a:pP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Aft>
                <a:spcPts val="600"/>
              </a:spcAft>
            </a:pPr>
            <a:endParaRPr lang="en-US" altLang="ko-KR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Aft>
                <a:spcPts val="600"/>
              </a:spcAft>
            </a:pP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55600" lvl="1">
              <a:spcBef>
                <a:spcPts val="40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Backbone networks also evolved to much higher speeds</a:t>
            </a:r>
          </a:p>
          <a:p>
            <a:pPr marL="355600" lvl="1">
              <a:spcBef>
                <a:spcPts val="40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Traditional MANs could not keep up with this rapid traffic growth</a:t>
            </a:r>
          </a:p>
          <a:p>
            <a:pPr marL="355600" lvl="1">
              <a:spcBef>
                <a:spcPts val="40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As a result, the MAN became a bottleneck between subscriber networks and the backbone</a:t>
            </a:r>
          </a:p>
        </p:txBody>
      </p:sp>
      <p:grpSp>
        <p:nvGrpSpPr>
          <p:cNvPr id="30" name="Group 21"/>
          <p:cNvGrpSpPr>
            <a:grpSpLocks/>
          </p:cNvGrpSpPr>
          <p:nvPr/>
        </p:nvGrpSpPr>
        <p:grpSpPr bwMode="auto">
          <a:xfrm>
            <a:off x="2096725" y="2881426"/>
            <a:ext cx="5148574" cy="595606"/>
            <a:chOff x="1584" y="1028"/>
            <a:chExt cx="3360" cy="397"/>
          </a:xfrm>
        </p:grpSpPr>
        <p:sp>
          <p:nvSpPr>
            <p:cNvPr id="31" name="Text Box 5"/>
            <p:cNvSpPr txBox="1">
              <a:spLocks noChangeArrowheads="1"/>
            </p:cNvSpPr>
            <p:nvPr/>
          </p:nvSpPr>
          <p:spPr bwMode="auto">
            <a:xfrm>
              <a:off x="1584" y="1056"/>
              <a:ext cx="1248" cy="36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Dial-Up / ISDN</a:t>
              </a:r>
              <a:br>
                <a:rPr lang="ko-KR" altLang="en-US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MODEM: 56Kbps</a:t>
              </a:r>
              <a:b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ISDN: 64/128Kbps</a:t>
              </a:r>
            </a:p>
          </p:txBody>
        </p:sp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888" y="1028"/>
              <a:ext cx="1056" cy="36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Broadband Access</a:t>
              </a:r>
              <a:br>
                <a:rPr lang="ko-KR" altLang="en-US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ADSL / VDSL</a:t>
              </a:r>
              <a:b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(1~52Mbps)</a:t>
              </a:r>
            </a:p>
          </p:txBody>
        </p:sp>
        <p:sp>
          <p:nvSpPr>
            <p:cNvPr id="33" name="AutoShape 7"/>
            <p:cNvSpPr>
              <a:spLocks noChangeArrowheads="1"/>
            </p:cNvSpPr>
            <p:nvPr/>
          </p:nvSpPr>
          <p:spPr bwMode="auto">
            <a:xfrm>
              <a:off x="2928" y="1152"/>
              <a:ext cx="864" cy="25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0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4" name="Group 28"/>
          <p:cNvGrpSpPr>
            <a:grpSpLocks/>
          </p:cNvGrpSpPr>
          <p:nvPr/>
        </p:nvGrpSpPr>
        <p:grpSpPr bwMode="auto">
          <a:xfrm>
            <a:off x="2096725" y="3550601"/>
            <a:ext cx="5148574" cy="553474"/>
            <a:chOff x="1584" y="1584"/>
            <a:chExt cx="3360" cy="356"/>
          </a:xfrm>
        </p:grpSpPr>
        <p:sp>
          <p:nvSpPr>
            <p:cNvPr id="35" name="Text Box 23"/>
            <p:cNvSpPr txBox="1">
              <a:spLocks noChangeArrowheads="1"/>
            </p:cNvSpPr>
            <p:nvPr/>
          </p:nvSpPr>
          <p:spPr bwMode="auto">
            <a:xfrm>
              <a:off x="1584" y="1594"/>
              <a:ext cx="1248" cy="25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LAN</a:t>
              </a:r>
              <a:b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10Mbps</a:t>
              </a:r>
            </a:p>
          </p:txBody>
        </p:sp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3888" y="1584"/>
              <a:ext cx="1056" cy="35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LAN</a:t>
              </a:r>
              <a:b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100Mbps &amp;</a:t>
              </a:r>
              <a:br>
                <a:rPr lang="ko-KR" altLang="en-US" sz="1000" b="1" dirty="0">
                  <a:solidFill>
                    <a:schemeClr val="bg1"/>
                  </a:solidFill>
                  <a:latin typeface="+mn-ea"/>
                  <a:ea typeface="+mn-ea"/>
                </a:rPr>
              </a:br>
              <a:r>
                <a:rPr lang="en-US" altLang="ko-KR" sz="1000" b="1" dirty="0">
                  <a:solidFill>
                    <a:schemeClr val="bg1"/>
                  </a:solidFill>
                  <a:latin typeface="+mn-ea"/>
                  <a:ea typeface="+mn-ea"/>
                </a:rPr>
                <a:t>1Gbps/10Gbps</a:t>
              </a:r>
            </a:p>
          </p:txBody>
        </p:sp>
        <p:sp>
          <p:nvSpPr>
            <p:cNvPr id="37" name="AutoShape 25"/>
            <p:cNvSpPr>
              <a:spLocks noChangeArrowheads="1"/>
            </p:cNvSpPr>
            <p:nvPr/>
          </p:nvSpPr>
          <p:spPr bwMode="auto">
            <a:xfrm>
              <a:off x="2931" y="1627"/>
              <a:ext cx="864" cy="258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0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491183" y="5142722"/>
            <a:ext cx="6501198" cy="1166598"/>
            <a:chOff x="304800" y="4495800"/>
            <a:chExt cx="8886038" cy="1716088"/>
          </a:xfrm>
        </p:grpSpPr>
        <p:pic>
          <p:nvPicPr>
            <p:cNvPr id="43" name="Picture 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4495800"/>
              <a:ext cx="1066800" cy="6429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1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5257800"/>
              <a:ext cx="1752600" cy="954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5" name="AutoShape 16"/>
            <p:cNvSpPr>
              <a:spLocks noChangeArrowheads="1"/>
            </p:cNvSpPr>
            <p:nvPr/>
          </p:nvSpPr>
          <p:spPr bwMode="auto">
            <a:xfrm rot="16200000">
              <a:off x="7262419" y="3786582"/>
              <a:ext cx="609601" cy="3247237"/>
            </a:xfrm>
            <a:prstGeom prst="can">
              <a:avLst>
                <a:gd name="adj" fmla="val 1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ko-KR" sz="1400" b="1" dirty="0" err="1">
                  <a:solidFill>
                    <a:schemeClr val="bg1"/>
                  </a:solidFill>
                  <a:latin typeface="+mn-ea"/>
                  <a:ea typeface="+mn-ea"/>
                </a:rPr>
                <a:t>Gbps~Tbps</a:t>
              </a:r>
              <a:r>
                <a:rPr lang="en-US" altLang="ko-KR" sz="1400" b="1" dirty="0">
                  <a:solidFill>
                    <a:schemeClr val="bg1"/>
                  </a:solidFill>
                  <a:latin typeface="+mn-ea"/>
                  <a:ea typeface="+mn-ea"/>
                </a:rPr>
                <a:t> Backbone</a:t>
              </a:r>
              <a:endParaRPr lang="ko-KR" altLang="en-US" sz="14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2667000" y="4800600"/>
              <a:ext cx="3733800" cy="1295400"/>
            </a:xfrm>
            <a:prstGeom prst="ellipse">
              <a:avLst/>
            </a:prstGeom>
            <a:noFill/>
            <a:ln w="57150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MAN</a:t>
              </a:r>
            </a:p>
          </p:txBody>
        </p:sp>
        <p:sp>
          <p:nvSpPr>
            <p:cNvPr id="47" name="Line 17"/>
            <p:cNvSpPr>
              <a:spLocks noChangeShapeType="1"/>
            </p:cNvSpPr>
            <p:nvPr/>
          </p:nvSpPr>
          <p:spPr bwMode="auto">
            <a:xfrm>
              <a:off x="1676400" y="4876800"/>
              <a:ext cx="1066800" cy="38100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" name="Line 18"/>
            <p:cNvSpPr>
              <a:spLocks noChangeShapeType="1"/>
            </p:cNvSpPr>
            <p:nvPr/>
          </p:nvSpPr>
          <p:spPr bwMode="auto">
            <a:xfrm flipV="1">
              <a:off x="2133600" y="5638800"/>
              <a:ext cx="609600" cy="22860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9" name="Rectangle 19"/>
            <p:cNvSpPr>
              <a:spLocks noChangeArrowheads="1"/>
            </p:cNvSpPr>
            <p:nvPr/>
          </p:nvSpPr>
          <p:spPr bwMode="auto">
            <a:xfrm>
              <a:off x="824902" y="5067298"/>
              <a:ext cx="1438527" cy="2629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2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ea"/>
                  <a:ea typeface="+mn-ea"/>
                </a:rPr>
                <a:t>ADSL/VDSL</a:t>
              </a:r>
            </a:p>
          </p:txBody>
        </p:sp>
        <p:sp>
          <p:nvSpPr>
            <p:cNvPr id="50" name="Rectangle 20"/>
            <p:cNvSpPr>
              <a:spLocks noChangeArrowheads="1"/>
            </p:cNvSpPr>
            <p:nvPr/>
          </p:nvSpPr>
          <p:spPr bwMode="auto">
            <a:xfrm>
              <a:off x="824902" y="5513909"/>
              <a:ext cx="1438527" cy="2337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2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ea"/>
                  <a:ea typeface="+mn-ea"/>
                </a:rPr>
                <a:t>LAN Speed-up</a:t>
              </a:r>
              <a:endParaRPr lang="ko-KR" altLang="en-US" sz="1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 rot="20789382">
              <a:off x="3265858" y="4686300"/>
              <a:ext cx="2133829" cy="381000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Bottleneck</a:t>
              </a:r>
            </a:p>
          </p:txBody>
        </p:sp>
      </p:grpSp>
      <p:sp>
        <p:nvSpPr>
          <p:cNvPr id="38" name="AutoShape 111"/>
          <p:cNvSpPr>
            <a:spLocks noChangeArrowheads="1"/>
          </p:cNvSpPr>
          <p:nvPr/>
        </p:nvSpPr>
        <p:spPr bwMode="auto">
          <a:xfrm>
            <a:off x="2055700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9" name="AutoShape 112"/>
          <p:cNvSpPr>
            <a:spLocks noChangeArrowheads="1"/>
          </p:cNvSpPr>
          <p:nvPr/>
        </p:nvSpPr>
        <p:spPr bwMode="auto">
          <a:xfrm>
            <a:off x="2075248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Rectangle 113"/>
          <p:cNvSpPr>
            <a:spLocks noChangeArrowheads="1"/>
          </p:cNvSpPr>
          <p:nvPr/>
        </p:nvSpPr>
        <p:spPr bwMode="auto">
          <a:xfrm>
            <a:off x="673717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3605640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11560" y="1652040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73717" y="2114986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373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342900">
              <a:buFont typeface="+mj-ea"/>
              <a:buAutoNum type="circleNumDbPlain" startAt="3"/>
            </a:pP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Problems with Traditional MANs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4754276" y="4159051"/>
            <a:ext cx="3826275" cy="1723228"/>
            <a:chOff x="4788024" y="1541547"/>
            <a:chExt cx="3826275" cy="1723228"/>
          </a:xfrm>
        </p:grpSpPr>
        <p:pic>
          <p:nvPicPr>
            <p:cNvPr id="87042" name="Picture 2" descr="관련 이미지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3899" y="1599364"/>
              <a:ext cx="3696345" cy="1640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/>
            <p:cNvSpPr/>
            <p:nvPr/>
          </p:nvSpPr>
          <p:spPr bwMode="auto">
            <a:xfrm>
              <a:off x="4788024" y="1541547"/>
              <a:ext cx="3826275" cy="1723228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99592" y="2237694"/>
            <a:ext cx="7488832" cy="2369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Growth of Internet Services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Internet services became increasingly distributed across multiple locations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More servers and data centers were deployed closer to users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This increased traffic within metropolitan networks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Growth of Multimedia Traffic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Video, VoIP, and other multimedia services generated large amounts of traffic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Streaming and on-demand services further increased bandwidth demand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Traditional MANs had difficulty handling the rapidly increasing traffic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AutoShape 111"/>
          <p:cNvSpPr>
            <a:spLocks noChangeArrowheads="1"/>
          </p:cNvSpPr>
          <p:nvPr/>
        </p:nvSpPr>
        <p:spPr bwMode="auto">
          <a:xfrm>
            <a:off x="2055700" y="1097196"/>
            <a:ext cx="6572275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3" name="AutoShape 112"/>
          <p:cNvSpPr>
            <a:spLocks noChangeArrowheads="1"/>
          </p:cNvSpPr>
          <p:nvPr/>
        </p:nvSpPr>
        <p:spPr bwMode="auto">
          <a:xfrm>
            <a:off x="2075248" y="1110209"/>
            <a:ext cx="6525096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 MAN (Metropolitan Area Network)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113"/>
          <p:cNvSpPr>
            <a:spLocks noChangeArrowheads="1"/>
          </p:cNvSpPr>
          <p:nvPr/>
        </p:nvSpPr>
        <p:spPr bwMode="auto">
          <a:xfrm>
            <a:off x="673717" y="1099105"/>
            <a:ext cx="1329523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266700" indent="-266700" latinLnBrk="0">
              <a:buFont typeface="+mj-lt"/>
              <a:buAutoNum type="arabicParenR" startAt="2"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</a:t>
            </a:r>
            <a:endParaRPr lang="ko-KR" altLang="en-US" sz="1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2. Current MAN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138092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111"/>
          <p:cNvSpPr>
            <a:spLocks noChangeArrowheads="1"/>
          </p:cNvSpPr>
          <p:nvPr/>
        </p:nvSpPr>
        <p:spPr bwMode="auto">
          <a:xfrm>
            <a:off x="2070450" y="1086092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2" name="AutoShape 112"/>
          <p:cNvSpPr>
            <a:spLocks noChangeArrowheads="1"/>
          </p:cNvSpPr>
          <p:nvPr/>
        </p:nvSpPr>
        <p:spPr bwMode="auto">
          <a:xfrm>
            <a:off x="2089191" y="1099105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Rectangle 113"/>
          <p:cNvSpPr>
            <a:spLocks noChangeArrowheads="1"/>
          </p:cNvSpPr>
          <p:nvPr/>
        </p:nvSpPr>
        <p:spPr bwMode="auto">
          <a:xfrm>
            <a:off x="576174" y="1088001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514017" y="1640936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76174" y="2103882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0830" y="1729494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050" y="2226590"/>
            <a:ext cx="7839020" cy="3154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What is Metro Ethernet?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Uses Ethernet technology to connect networks across a metropolitan area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Connects subscriber networks to service provider and backbone networks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Extends familiar LAN Ethernet technology to a city-wide network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Why Metro Ethernet?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Uses packet switching, making bandwidth use more efficient than traditional TDM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Supports high-speed and scalable network connections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Easily connects Ethernet-based subscriber networks without complex protocol conversion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Helps overcome the bandwidth limitations of traditional MANs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 Infrastructure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Typically uses high-speed optical fiber links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Can use available dark fiber to build high-capacity connections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4172708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6A76-7F53-1E2F-E6FD-C00424F7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111">
            <a:extLst>
              <a:ext uri="{FF2B5EF4-FFF2-40B4-BE49-F238E27FC236}">
                <a16:creationId xmlns:a16="http://schemas.microsoft.com/office/drawing/2014/main" id="{2DBB01B5-8954-4FE2-550A-E33959F0A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507" y="850702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2" name="AutoShape 112">
            <a:extLst>
              <a:ext uri="{FF2B5EF4-FFF2-40B4-BE49-F238E27FC236}">
                <a16:creationId xmlns:a16="http://schemas.microsoft.com/office/drawing/2014/main" id="{59C3F141-BAB6-8D48-31FA-226B37595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5248" y="863715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Typical 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Rectangle 113">
            <a:extLst>
              <a:ext uri="{FF2B5EF4-FFF2-40B4-BE49-F238E27FC236}">
                <a16:creationId xmlns:a16="http://schemas.microsoft.com/office/drawing/2014/main" id="{2212AB92-A750-F1A9-CB9C-59C094264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31" y="852611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7044" name="Picture 4" descr="관련 이미지">
            <a:extLst>
              <a:ext uri="{FF2B5EF4-FFF2-40B4-BE49-F238E27FC236}">
                <a16:creationId xmlns:a16="http://schemas.microsoft.com/office/drawing/2014/main" id="{AF4ED51E-B114-DAE6-DDA4-9388DCC5B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58" y="1478464"/>
            <a:ext cx="8351525" cy="528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WordArt 209">
            <a:extLst>
              <a:ext uri="{FF2B5EF4-FFF2-40B4-BE49-F238E27FC236}">
                <a16:creationId xmlns:a16="http://schemas.microsoft.com/office/drawing/2014/main" id="{EE3DBCF2-E9C3-D07E-048F-52176C5484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131568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2819" y="1639027"/>
            <a:ext cx="8064896" cy="503033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4976" y="2101973"/>
            <a:ext cx="7926627" cy="4477377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632" y="1727585"/>
            <a:ext cx="7028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Features = </a:t>
            </a:r>
            <a:r>
              <a:rPr lang="fr-FR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Simple + Efficient + Scalable</a:t>
            </a:r>
            <a:endParaRPr lang="en-US" altLang="ko-KR" sz="1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7834" y="2213865"/>
            <a:ext cx="7200800" cy="37087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Ethernet-Based Technology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Uses widely adopted and well-established Ethernet technology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Supports high-speed connections and easy bandwidth upgrades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Uses widely available Ethernet equipment and expertise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Can evolve as Ethernet technology advances</a:t>
            </a:r>
          </a:p>
          <a:p>
            <a:pPr marL="266700" indent="-266700"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Efficient Packet Switching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Bandwidth is shared dynamically instead of being permanently reserved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Better suited to bursty data traffic than traditional TDM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Supports flexible bandwidth for different subscribers and services</a:t>
            </a:r>
          </a:p>
          <a:p>
            <a:pPr marL="266700" indent="-266700"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Simple Network Integration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Most subscriber LANs already use Ethernet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Reduces the need for protocol conversion 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between LANs and MANs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Ethernet technologies such as VLANs 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can be used across the metro network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8066" name="Picture 2" descr="관련 이미지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065" y="4599130"/>
            <a:ext cx="3117511" cy="189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utoShape 111"/>
          <p:cNvSpPr>
            <a:spLocks noChangeArrowheads="1"/>
          </p:cNvSpPr>
          <p:nvPr/>
        </p:nvSpPr>
        <p:spPr bwMode="auto">
          <a:xfrm>
            <a:off x="2149252" y="1084183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0" name="AutoShape 112"/>
          <p:cNvSpPr>
            <a:spLocks noChangeArrowheads="1"/>
          </p:cNvSpPr>
          <p:nvPr/>
        </p:nvSpPr>
        <p:spPr bwMode="auto">
          <a:xfrm>
            <a:off x="2167993" y="1097196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Rectangle 113"/>
          <p:cNvSpPr>
            <a:spLocks noChangeArrowheads="1"/>
          </p:cNvSpPr>
          <p:nvPr/>
        </p:nvSpPr>
        <p:spPr bwMode="auto">
          <a:xfrm>
            <a:off x="654976" y="1086092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3824779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92819" y="1652040"/>
            <a:ext cx="8064896" cy="4747290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54976" y="2114986"/>
            <a:ext cx="7926627" cy="41943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632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en-US" altLang="ko-KR" sz="14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Topology</a:t>
            </a:r>
            <a:endParaRPr lang="en-US" altLang="ko-KR" sz="1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9632" y="2237973"/>
            <a:ext cx="5967613" cy="3154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Mesh and Ring Topologies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Metro Ethernet can use either a mesh or ring topology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Central Offices (COs) are connected using Layer 2 or Layer 3 switches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Mesh Topology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multiple paths between COs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Full Mesh: Every CO is directly connected to every other CO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Partial Mesh: Only selected COs are directly connected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high reliability but requires more links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Ring Topology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Connects COs in a ring structure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an alternate path when a link fails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Requires fewer links than a full mesh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2070" y="4178654"/>
            <a:ext cx="3285120" cy="1950646"/>
          </a:xfrm>
          <a:prstGeom prst="rect">
            <a:avLst/>
          </a:prstGeom>
        </p:spPr>
      </p:pic>
      <p:sp>
        <p:nvSpPr>
          <p:cNvPr id="17" name="AutoShape 111"/>
          <p:cNvSpPr>
            <a:spLocks noChangeArrowheads="1"/>
          </p:cNvSpPr>
          <p:nvPr/>
        </p:nvSpPr>
        <p:spPr bwMode="auto">
          <a:xfrm>
            <a:off x="2149252" y="1097196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167993" y="1110209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54976" y="1099105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364262" y="5973758"/>
            <a:ext cx="1395155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Mesh Topology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069532" y="5973758"/>
            <a:ext cx="1395155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Ring Topology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719589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11560" y="1598579"/>
            <a:ext cx="8064896" cy="5025776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73717" y="2061525"/>
            <a:ext cx="7926627" cy="4427815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373" y="1687137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91580" y="2184233"/>
            <a:ext cx="4599046" cy="38933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Packet Classification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Classifies traffic according to service requirements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Different traffic types can be assigned different priorities</a:t>
            </a:r>
          </a:p>
          <a:p>
            <a:pPr lvl="1">
              <a:spcAft>
                <a:spcPts val="600"/>
              </a:spcAft>
            </a:pPr>
            <a:r>
              <a:rPr lang="ko-KR" altLang="en-US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　</a:t>
            </a: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Voice / Real-time traffic → High priority</a:t>
            </a:r>
          </a:p>
          <a:p>
            <a:pPr lvl="1">
              <a:spcAft>
                <a:spcPts val="600"/>
              </a:spcAft>
            </a:pPr>
            <a:r>
              <a:rPr lang="ko-KR" altLang="en-US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　</a:t>
            </a: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Video traffic → Medium to high priority</a:t>
            </a:r>
          </a:p>
          <a:p>
            <a:pPr lvl="1">
              <a:spcAft>
                <a:spcPts val="600"/>
              </a:spcAft>
            </a:pPr>
            <a:r>
              <a:rPr lang="ko-KR" altLang="en-US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　</a:t>
            </a: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Normal data traffic → Best effort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Traffic Is Classified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Uses information in Ethernet, IP, and transport-layer headers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IEEE 802.1p can provide priority information at the Ethernet layer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en-US" altLang="ko-KR" sz="1100" b="1" dirty="0" err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DiffServ</a:t>
            </a: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and MPLS can also be used for traffic classification and forwarding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Why Packet Classification?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Enables QoS (Quality of Service) for different types of traffic</a:t>
            </a:r>
          </a:p>
          <a:p>
            <a:pPr lvl="1">
              <a:spcAft>
                <a:spcPts val="600"/>
              </a:spcAft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Helps control delay, bandwidth, and congestion</a:t>
            </a:r>
            <a:endParaRPr lang="ko-KR" altLang="en-US" sz="11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AutoShape 111"/>
          <p:cNvSpPr>
            <a:spLocks noChangeArrowheads="1"/>
          </p:cNvSpPr>
          <p:nvPr/>
        </p:nvSpPr>
        <p:spPr bwMode="auto">
          <a:xfrm>
            <a:off x="2167993" y="1043735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186734" y="1056748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73717" y="1045644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202070" y="2712517"/>
            <a:ext cx="3762013" cy="2797505"/>
            <a:chOff x="4788024" y="3347507"/>
            <a:chExt cx="3762013" cy="2797505"/>
          </a:xfrm>
        </p:grpSpPr>
        <p:pic>
          <p:nvPicPr>
            <p:cNvPr id="13" name="그림 12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88024" y="3347507"/>
              <a:ext cx="3762013" cy="2773687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4976580" y="5732772"/>
              <a:ext cx="855560" cy="41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User Priority per each MSDU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0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3333565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10034" y="1652039"/>
            <a:ext cx="8064896" cy="4882305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72191" y="2114986"/>
            <a:ext cx="7926627" cy="43293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98066" y="2237694"/>
            <a:ext cx="7488832" cy="2893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Ingress Traffic Control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Controls the amount of traffic entering the Metro Ethernet network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Limits subscriber traffic according to the contracted bandwidth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Excess traffic may be delayed or dropped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Bandwidth Management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Different service classes can receive different bandwidth guarantees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Packet classification is used to identify the service class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High-priority traffic receives guaranteed bandwidth when the network is congested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Purpose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Prevents one subscriber from using excessive network resources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Helps provide predictable service quality to different subscribers and applications</a:t>
            </a:r>
          </a:p>
        </p:txBody>
      </p:sp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2166467" y="1097196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" name="AutoShape 112"/>
          <p:cNvSpPr>
            <a:spLocks noChangeArrowheads="1"/>
          </p:cNvSpPr>
          <p:nvPr/>
        </p:nvSpPr>
        <p:spPr bwMode="auto">
          <a:xfrm>
            <a:off x="2185208" y="1110209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113"/>
          <p:cNvSpPr>
            <a:spLocks noChangeArrowheads="1"/>
          </p:cNvSpPr>
          <p:nvPr/>
        </p:nvSpPr>
        <p:spPr bwMode="auto">
          <a:xfrm>
            <a:off x="672191" y="1099105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6847" y="1740598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2336051" y="5364215"/>
            <a:ext cx="4464496" cy="1052604"/>
            <a:chOff x="2255107" y="5119793"/>
            <a:chExt cx="4464496" cy="1052604"/>
          </a:xfrm>
        </p:grpSpPr>
        <p:pic>
          <p:nvPicPr>
            <p:cNvPr id="17" name="그림 16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255107" y="5119793"/>
              <a:ext cx="4464496" cy="1052604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2366755" y="5229200"/>
              <a:ext cx="1170130" cy="2700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High Level Service</a:t>
              </a:r>
              <a:endPara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472100" y="5222371"/>
              <a:ext cx="1170130" cy="2700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High Level Service</a:t>
              </a:r>
              <a:endParaRPr lang="ko-KR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2367084" y="5501174"/>
              <a:ext cx="1170130" cy="62812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Low Level Service</a:t>
              </a:r>
              <a:endParaRPr lang="ko-KR" altLang="en-US" sz="9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472100" y="5499230"/>
              <a:ext cx="1170130" cy="3465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Low Level Service</a:t>
              </a:r>
              <a:endParaRPr lang="ko-KR" altLang="en-US" sz="9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5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1660601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00074" y="1733594"/>
            <a:ext cx="8064896" cy="4543734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62231" y="2196540"/>
            <a:ext cx="7926627" cy="3945773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01570" y="2301492"/>
            <a:ext cx="6210690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QoS (Quality of Service)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different service levels for different types of traffic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Traffic is classified and assigned different priorities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Delay-sensitive traffic, such as voice and video, can receive higher priority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Bandwidth can be guaranteed or controlled according to the service level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Helps maintain service quality when the network is congested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VPN (Virtual Private Network)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Provides logically separated private networks over a shared Metro Ethernet infrastructure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Traffic from different customers is isolated from each other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VPNs Are Created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VLAN: Separates customer traffic using VLAN IDs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MPLS: Uses labels to separate and forward customer traffic across the provider network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VLAN and MPLS can be combined to support large-scale VPN services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 descr="QoS에 대한 이미지 검색결과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499" y="1612771"/>
            <a:ext cx="2654690" cy="1468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그림 17" descr="VPN에 대한 이미지 검색결과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9493" y="3622033"/>
            <a:ext cx="2690696" cy="1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AutoShape 111"/>
          <p:cNvSpPr>
            <a:spLocks noChangeArrowheads="1"/>
          </p:cNvSpPr>
          <p:nvPr/>
        </p:nvSpPr>
        <p:spPr bwMode="auto">
          <a:xfrm>
            <a:off x="2056507" y="1178750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9" name="AutoShape 112"/>
          <p:cNvSpPr>
            <a:spLocks noChangeArrowheads="1"/>
          </p:cNvSpPr>
          <p:nvPr/>
        </p:nvSpPr>
        <p:spPr bwMode="auto">
          <a:xfrm>
            <a:off x="2075248" y="1191763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ectangle 113"/>
          <p:cNvSpPr>
            <a:spLocks noChangeArrowheads="1"/>
          </p:cNvSpPr>
          <p:nvPr/>
        </p:nvSpPr>
        <p:spPr bwMode="auto">
          <a:xfrm>
            <a:off x="562231" y="1180659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6887" y="1822152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</a:t>
            </a:r>
          </a:p>
        </p:txBody>
      </p:sp>
      <p:sp>
        <p:nvSpPr>
          <p:cNvPr id="16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732518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611560" y="1720581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673717" y="2183527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99592" y="2288479"/>
            <a:ext cx="7488832" cy="2108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71463" indent="-27146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Network Resilience and Recovery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Metro Ethernet must continue operating even when a link or node fails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Redundant paths provide alternative routes for traffic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When a failure occurs, traffic is automatically switched to an available path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Ring-based networks can provide fast and efficient recovery</a:t>
            </a:r>
          </a:p>
          <a:p>
            <a:pPr marL="271463" indent="-27146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Resilient Packet Ring (RPR)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RPR was developed to provide fast recovery in packet-based ring networks</a:t>
            </a:r>
          </a:p>
          <a:p>
            <a:pPr lvl="1">
              <a:spcAft>
                <a:spcPts val="600"/>
              </a:spcAft>
            </a:pPr>
            <a:r>
              <a:rPr lang="en-US" altLang="ko-KR" sz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Traffic can be redirected around the ring when a link fails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AutoShape 111"/>
          <p:cNvSpPr>
            <a:spLocks noChangeArrowheads="1"/>
          </p:cNvSpPr>
          <p:nvPr/>
        </p:nvSpPr>
        <p:spPr bwMode="auto">
          <a:xfrm>
            <a:off x="2167993" y="1165737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7" name="AutoShape 112"/>
          <p:cNvSpPr>
            <a:spLocks noChangeArrowheads="1"/>
          </p:cNvSpPr>
          <p:nvPr/>
        </p:nvSpPr>
        <p:spPr bwMode="auto">
          <a:xfrm>
            <a:off x="2186734" y="1178750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Rectangle 113"/>
          <p:cNvSpPr>
            <a:spLocks noChangeArrowheads="1"/>
          </p:cNvSpPr>
          <p:nvPr/>
        </p:nvSpPr>
        <p:spPr bwMode="auto">
          <a:xfrm>
            <a:off x="673717" y="1167646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373" y="1809139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</a:t>
            </a:r>
          </a:p>
        </p:txBody>
      </p:sp>
      <p:sp>
        <p:nvSpPr>
          <p:cNvPr id="29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3595028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 bwMode="auto">
          <a:xfrm>
            <a:off x="500074" y="1720581"/>
            <a:ext cx="8064896" cy="4314403"/>
          </a:xfrm>
          <a:prstGeom prst="roundRect">
            <a:avLst>
              <a:gd name="adj" fmla="val 2642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62231" y="2183527"/>
            <a:ext cx="7926627" cy="3779449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35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88105" y="2288479"/>
            <a:ext cx="6237693" cy="3154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Failure Recovery in RPR (Resilient Packet Ring)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Wrap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– Traffic is redirected at the nodes next to the failed link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– The traffic “wraps” onto the opposite ring to bypass the failure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– Provides fast recovery without changing the entire network path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Steering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– Nodes are informed of the failed link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– The source node selects a new path that avoids the failure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– Traffic is sent directly through the available side of the ring</a:t>
            </a:r>
          </a:p>
          <a:p>
            <a:pPr marL="266700" indent="-2667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 Difference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Wrap: Reroute traffic near the failure</a:t>
            </a:r>
          </a:p>
          <a:p>
            <a:pPr lvl="1">
              <a:spcAft>
                <a:spcPts val="600"/>
              </a:spcAft>
            </a:pPr>
            <a:r>
              <a:rPr lang="en-US" altLang="ko-KR" sz="12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Steering: Select a new path from the source</a:t>
            </a:r>
            <a:endParaRPr lang="ko-KR" altLang="en-US" sz="1200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그림 2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62" y="4779150"/>
            <a:ext cx="3379280" cy="1626963"/>
          </a:xfrm>
          <a:prstGeom prst="rect">
            <a:avLst/>
          </a:prstGeom>
        </p:spPr>
      </p:pic>
      <p:sp>
        <p:nvSpPr>
          <p:cNvPr id="13" name="AutoShape 111"/>
          <p:cNvSpPr>
            <a:spLocks noChangeArrowheads="1"/>
          </p:cNvSpPr>
          <p:nvPr/>
        </p:nvSpPr>
        <p:spPr bwMode="auto">
          <a:xfrm>
            <a:off x="2056507" y="1165737"/>
            <a:ext cx="6459982" cy="434021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2" tIns="45716" rIns="91432" bIns="45716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 sz="100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7" name="AutoShape 112"/>
          <p:cNvSpPr>
            <a:spLocks noChangeArrowheads="1"/>
          </p:cNvSpPr>
          <p:nvPr/>
        </p:nvSpPr>
        <p:spPr bwMode="auto">
          <a:xfrm>
            <a:off x="2075248" y="1178750"/>
            <a:ext cx="6413609" cy="414884"/>
          </a:xfrm>
          <a:prstGeom prst="roundRect">
            <a:avLst>
              <a:gd name="adj" fmla="val 6560"/>
            </a:avLst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2" tIns="45716" rIns="91432" bIns="45716" anchor="ctr"/>
          <a:lstStyle>
            <a:lvl1pPr marL="88900" indent="-889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eaLnBrk="1" latinLnBrk="0" hangingPunct="1">
              <a:spcAft>
                <a:spcPct val="20000"/>
              </a:spcAft>
              <a:buClr>
                <a:schemeClr val="bg2"/>
              </a:buClr>
              <a:buSzPct val="90000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ectangle 113"/>
          <p:cNvSpPr>
            <a:spLocks noChangeArrowheads="1"/>
          </p:cNvSpPr>
          <p:nvPr/>
        </p:nvSpPr>
        <p:spPr bwMode="auto">
          <a:xfrm>
            <a:off x="562231" y="1167646"/>
            <a:ext cx="1401531" cy="414683"/>
          </a:xfrm>
          <a:prstGeom prst="rect">
            <a:avLst/>
          </a:prstGeom>
          <a:gradFill rotWithShape="0">
            <a:gsLst>
              <a:gs pos="0">
                <a:srgbClr val="2179C1">
                  <a:gamma/>
                  <a:tint val="30196"/>
                  <a:invGamma/>
                </a:srgbClr>
              </a:gs>
              <a:gs pos="100000">
                <a:srgbClr val="2179C1"/>
              </a:gs>
            </a:gsLst>
            <a:lin ang="2700000" scaled="1"/>
          </a:gradFill>
          <a:ln w="28575" algn="ctr">
            <a:solidFill>
              <a:schemeClr val="bg1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lIns="53996" tIns="45716" rIns="53996" bIns="45716" anchor="ctr"/>
          <a:lstStyle/>
          <a:p>
            <a:pPr marL="177800" indent="-177800" latinLnBrk="0">
              <a:buFont typeface="+mj-lt"/>
              <a:buAutoNum type="arabicParenR" startAt="3"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887" y="1809139"/>
            <a:ext cx="486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Metro Ethernet</a:t>
            </a:r>
            <a:r>
              <a:rPr lang="ko-KR" altLang="en-US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</a:t>
            </a:r>
          </a:p>
        </p:txBody>
      </p:sp>
      <p:sp>
        <p:nvSpPr>
          <p:cNvPr id="16" name="WordArt 209"/>
          <p:cNvSpPr>
            <a:spLocks noChangeArrowheads="1" noChangeShapeType="1" noTextEdit="1"/>
          </p:cNvSpPr>
          <p:nvPr/>
        </p:nvSpPr>
        <p:spPr bwMode="auto">
          <a:xfrm>
            <a:off x="386535" y="215922"/>
            <a:ext cx="8415935" cy="64779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7EA4C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/>
          <a:lstStyle/>
          <a:p>
            <a:r>
              <a:rPr lang="en-US" altLang="ko-KR" sz="2800" kern="10" dirty="0">
                <a:solidFill>
                  <a:schemeClr val="bg1"/>
                </a:solidFill>
                <a:latin typeface="Bauhaus 93" panose="04030905020B02020C02" pitchFamily="82" charset="0"/>
                <a:ea typeface="산돌고딕B"/>
              </a:rPr>
              <a:t>3. Metro Ethernet</a:t>
            </a:r>
          </a:p>
          <a:p>
            <a:endParaRPr lang="ko-KR" altLang="en-US" sz="2800" kern="10" dirty="0">
              <a:solidFill>
                <a:schemeClr val="bg1"/>
              </a:solidFill>
              <a:latin typeface="Bauhaus 93" panose="04030905020B02020C02" pitchFamily="82" charset="0"/>
              <a:ea typeface="산돌고딕B"/>
            </a:endParaRPr>
          </a:p>
        </p:txBody>
      </p:sp>
    </p:spTree>
    <p:extLst>
      <p:ext uri="{BB962C8B-B14F-4D97-AF65-F5344CB8AC3E}">
        <p14:creationId xmlns:p14="http://schemas.microsoft.com/office/powerpoint/2010/main" val="2789790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20" y="6504057"/>
            <a:ext cx="461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It is prohibited to modify and distribute the contents of this material without permission. 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All copyrights belong to 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Life and Power Press - </a:t>
            </a:r>
            <a:r>
              <a:rPr lang="ko-KR" altLang="en-US" sz="800" i="1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생능출판사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’.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1521075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13857</TotalTime>
  <Words>2357</Words>
  <Application>Microsoft Office PowerPoint</Application>
  <PresentationFormat>화면 슬라이드 쇼(4:3)</PresentationFormat>
  <Paragraphs>367</Paragraphs>
  <Slides>27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9" baseType="lpstr">
      <vt:lpstr>HY견고딕</vt:lpstr>
      <vt:lpstr>HY헤드라인M</vt:lpstr>
      <vt:lpstr>Microsoft GothicNeo</vt:lpstr>
      <vt:lpstr>굴림</vt:lpstr>
      <vt:lpstr>돋움</vt:lpstr>
      <vt:lpstr>맑은 고딕</vt:lpstr>
      <vt:lpstr>산돌고딕 L</vt:lpstr>
      <vt:lpstr>Arial</vt:lpstr>
      <vt:lpstr>Bauhaus 93</vt:lpstr>
      <vt:lpstr>Wingdings</vt:lpstr>
      <vt:lpstr>2_디자인 사용자 지정</vt:lpstr>
      <vt:lpstr>그림</vt:lpstr>
      <vt:lpstr>Ch3_Metro Ethernet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HanbitMedia,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Ch01 C 언어 기초</dc:title>
  <dc:creator>kkshin</dc:creator>
  <cp:lastModifiedBy>영일 김</cp:lastModifiedBy>
  <cp:revision>658</cp:revision>
  <cp:lastPrinted>2026-09-22T06:35:40Z</cp:lastPrinted>
  <dcterms:created xsi:type="dcterms:W3CDTF">2004-07-21T02:43:03Z</dcterms:created>
  <dcterms:modified xsi:type="dcterms:W3CDTF">2026-09-23T00:20:34Z</dcterms:modified>
</cp:coreProperties>
</file>